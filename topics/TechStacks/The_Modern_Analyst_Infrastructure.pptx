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Default Extension="png" ContentType="image/png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7475200" cy="9753600"/>
  <p:notesSz cx="174752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1" i="0">
                <a:solidFill>
                  <a:srgbClr val="01010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rgbClr val="01010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rgbClr val="01010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rgbClr val="01010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86609" y="166290"/>
            <a:ext cx="13701981" cy="8528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1" i="0">
                <a:solidFill>
                  <a:srgbClr val="01010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3760" y="2243328"/>
            <a:ext cx="1572768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9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image" Target="../media/image13.jpg"/><Relationship Id="rId6" Type="http://schemas.openxmlformats.org/officeDocument/2006/relationships/image" Target="../media/image14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Relationship Id="rId4" Type="http://schemas.openxmlformats.org/officeDocument/2006/relationships/image" Target="../media/image17.jpg"/><Relationship Id="rId5" Type="http://schemas.openxmlformats.org/officeDocument/2006/relationships/image" Target="../media/image18.jpg"/><Relationship Id="rId6" Type="http://schemas.openxmlformats.org/officeDocument/2006/relationships/image" Target="../media/image19.jpg"/><Relationship Id="rId7" Type="http://schemas.openxmlformats.org/officeDocument/2006/relationships/image" Target="../media/image20.jpg"/><Relationship Id="rId8" Type="http://schemas.openxmlformats.org/officeDocument/2006/relationships/image" Target="../media/image21.jpg"/><Relationship Id="rId9" Type="http://schemas.openxmlformats.org/officeDocument/2006/relationships/image" Target="../media/image22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jpg"/><Relationship Id="rId3" Type="http://schemas.openxmlformats.org/officeDocument/2006/relationships/image" Target="../media/image24.jpg"/><Relationship Id="rId4" Type="http://schemas.openxmlformats.org/officeDocument/2006/relationships/image" Target="../media/image25.jpg"/><Relationship Id="rId5" Type="http://schemas.openxmlformats.org/officeDocument/2006/relationships/image" Target="../media/image26.jpg"/><Relationship Id="rId6" Type="http://schemas.openxmlformats.org/officeDocument/2006/relationships/image" Target="../media/image27.jpg"/><Relationship Id="rId7" Type="http://schemas.openxmlformats.org/officeDocument/2006/relationships/image" Target="../media/image28.jpg"/><Relationship Id="rId8" Type="http://schemas.openxmlformats.org/officeDocument/2006/relationships/image" Target="../media/image29.jpg"/><Relationship Id="rId9" Type="http://schemas.openxmlformats.org/officeDocument/2006/relationships/image" Target="../media/image30.jpg"/><Relationship Id="rId10" Type="http://schemas.openxmlformats.org/officeDocument/2006/relationships/image" Target="../media/image31.jpg"/><Relationship Id="rId11" Type="http://schemas.openxmlformats.org/officeDocument/2006/relationships/image" Target="../media/image32.jpg"/><Relationship Id="rId12" Type="http://schemas.openxmlformats.org/officeDocument/2006/relationships/image" Target="../media/image33.jpg"/><Relationship Id="rId13" Type="http://schemas.openxmlformats.org/officeDocument/2006/relationships/image" Target="../media/image34.jpg"/><Relationship Id="rId14" Type="http://schemas.openxmlformats.org/officeDocument/2006/relationships/image" Target="../media/image35.jpg"/><Relationship Id="rId15" Type="http://schemas.openxmlformats.org/officeDocument/2006/relationships/image" Target="../media/image36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7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8.png"/><Relationship Id="rId3" Type="http://schemas.openxmlformats.org/officeDocument/2006/relationships/image" Target="../media/image39.jpg"/><Relationship Id="rId4" Type="http://schemas.openxmlformats.org/officeDocument/2006/relationships/image" Target="../media/image40.jpg"/><Relationship Id="rId5" Type="http://schemas.openxmlformats.org/officeDocument/2006/relationships/image" Target="../media/image41.jpg"/><Relationship Id="rId6" Type="http://schemas.openxmlformats.org/officeDocument/2006/relationships/image" Target="../media/image42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jpg"/><Relationship Id="rId3" Type="http://schemas.openxmlformats.org/officeDocument/2006/relationships/image" Target="../media/image44.jpg"/><Relationship Id="rId4" Type="http://schemas.openxmlformats.org/officeDocument/2006/relationships/image" Target="../media/image45.jpg"/><Relationship Id="rId5" Type="http://schemas.openxmlformats.org/officeDocument/2006/relationships/image" Target="../media/image46.jpg"/><Relationship Id="rId6" Type="http://schemas.openxmlformats.org/officeDocument/2006/relationships/image" Target="../media/image47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8.jpg"/><Relationship Id="rId3" Type="http://schemas.openxmlformats.org/officeDocument/2006/relationships/image" Target="../media/image49.jpg"/><Relationship Id="rId4" Type="http://schemas.openxmlformats.org/officeDocument/2006/relationships/image" Target="../media/image50.jpg"/><Relationship Id="rId5" Type="http://schemas.openxmlformats.org/officeDocument/2006/relationships/image" Target="../media/image51.jpg"/><Relationship Id="rId6" Type="http://schemas.openxmlformats.org/officeDocument/2006/relationships/image" Target="../media/image52.jpg"/><Relationship Id="rId7" Type="http://schemas.openxmlformats.org/officeDocument/2006/relationships/image" Target="../media/image53.jpg"/><Relationship Id="rId8" Type="http://schemas.openxmlformats.org/officeDocument/2006/relationships/image" Target="../media/image54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5.jpg"/><Relationship Id="rId3" Type="http://schemas.openxmlformats.org/officeDocument/2006/relationships/image" Target="../media/image56.jpg"/><Relationship Id="rId4" Type="http://schemas.openxmlformats.org/officeDocument/2006/relationships/image" Target="../media/image57.jpg"/><Relationship Id="rId5" Type="http://schemas.openxmlformats.org/officeDocument/2006/relationships/image" Target="../media/image58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9.jpg"/><Relationship Id="rId3" Type="http://schemas.openxmlformats.org/officeDocument/2006/relationships/image" Target="../media/image60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13494" y="2374767"/>
            <a:ext cx="10979223" cy="5668168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229264" y="510910"/>
            <a:ext cx="0" cy="8630285"/>
          </a:xfrm>
          <a:custGeom>
            <a:avLst/>
            <a:gdLst/>
            <a:ahLst/>
            <a:cxnLst/>
            <a:rect l="l" t="t" r="r" b="b"/>
            <a:pathLst>
              <a:path w="0" h="8630285">
                <a:moveTo>
                  <a:pt x="0" y="8629911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744654" y="6638658"/>
            <a:ext cx="0" cy="766445"/>
          </a:xfrm>
          <a:custGeom>
            <a:avLst/>
            <a:gdLst/>
            <a:ahLst/>
            <a:cxnLst/>
            <a:rect l="l" t="t" r="r" b="b"/>
            <a:pathLst>
              <a:path w="0" h="766445">
                <a:moveTo>
                  <a:pt x="0" y="765968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744654" y="5591835"/>
            <a:ext cx="0" cy="868680"/>
          </a:xfrm>
          <a:custGeom>
            <a:avLst/>
            <a:gdLst/>
            <a:ahLst/>
            <a:cxnLst/>
            <a:rect l="l" t="t" r="r" b="b"/>
            <a:pathLst>
              <a:path w="0" h="868679">
                <a:moveTo>
                  <a:pt x="0" y="868097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7105683" y="7021642"/>
            <a:ext cx="0" cy="2017395"/>
          </a:xfrm>
          <a:custGeom>
            <a:avLst/>
            <a:gdLst/>
            <a:ahLst/>
            <a:cxnLst/>
            <a:rect l="l" t="t" r="r" b="b"/>
            <a:pathLst>
              <a:path w="0" h="2017395">
                <a:moveTo>
                  <a:pt x="0" y="2017050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7258526" y="510910"/>
            <a:ext cx="0" cy="8681085"/>
          </a:xfrm>
          <a:custGeom>
            <a:avLst/>
            <a:gdLst/>
            <a:ahLst/>
            <a:cxnLst/>
            <a:rect l="l" t="t" r="r" b="b"/>
            <a:pathLst>
              <a:path w="0" h="8681085">
                <a:moveTo>
                  <a:pt x="0" y="8680976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54268" y="-197544"/>
            <a:ext cx="17229455" cy="5391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350" spc="800">
                <a:solidFill>
                  <a:srgbClr val="66747E"/>
                </a:solidFill>
                <a:latin typeface="Courier New"/>
                <a:cs typeface="Courier New"/>
              </a:rPr>
              <a:t>,1---------------------+----------------------</a:t>
            </a:r>
            <a:r>
              <a:rPr dirty="0" sz="3350" spc="775">
                <a:solidFill>
                  <a:srgbClr val="66747E"/>
                </a:solidFill>
                <a:latin typeface="Courier New"/>
                <a:cs typeface="Courier New"/>
              </a:rPr>
              <a:t>17</a:t>
            </a:r>
            <a:endParaRPr sz="3350">
              <a:latin typeface="Courier New"/>
              <a:cs typeface="Courier New"/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69465" y="51395"/>
            <a:ext cx="17416780" cy="62293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6746219" algn="l"/>
              </a:tabLst>
            </a:pPr>
            <a:r>
              <a:rPr dirty="0" sz="3900" spc="85" b="0">
                <a:solidFill>
                  <a:srgbClr val="72858E"/>
                </a:solidFill>
                <a:latin typeface="Courier New"/>
                <a:cs typeface="Courier New"/>
              </a:rPr>
              <a:t>-</a:t>
            </a:r>
            <a:r>
              <a:rPr dirty="0" sz="3900" spc="40" b="0">
                <a:solidFill>
                  <a:srgbClr val="72858E"/>
                </a:solidFill>
                <a:latin typeface="Courier New"/>
                <a:cs typeface="Courier New"/>
              </a:rPr>
              <a:t>+</a:t>
            </a:r>
            <a:r>
              <a:rPr dirty="0" sz="3900" b="0">
                <a:solidFill>
                  <a:srgbClr val="72858E"/>
                </a:solidFill>
                <a:latin typeface="Courier New"/>
                <a:cs typeface="Courier New"/>
              </a:rPr>
              <a:t>	</a:t>
            </a:r>
            <a:r>
              <a:rPr dirty="0" sz="3900" spc="210" b="0">
                <a:solidFill>
                  <a:srgbClr val="72858E"/>
                </a:solidFill>
                <a:latin typeface="Courier New"/>
                <a:cs typeface="Courier New"/>
              </a:rPr>
              <a:t>+</a:t>
            </a:r>
            <a:r>
              <a:rPr dirty="0" sz="3900" spc="210" b="0">
                <a:solidFill>
                  <a:srgbClr val="8C99A1"/>
                </a:solidFill>
                <a:latin typeface="Courier New"/>
                <a:cs typeface="Courier New"/>
              </a:rPr>
              <a:t>-</a:t>
            </a:r>
            <a:endParaRPr sz="39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18156" y="538162"/>
            <a:ext cx="10856595" cy="1493520"/>
          </a:xfrm>
          <a:prstGeom prst="rect">
            <a:avLst/>
          </a:prstGeom>
        </p:spPr>
        <p:txBody>
          <a:bodyPr wrap="square" lIns="0" tIns="85090" rIns="0" bIns="0" rtlCol="0" vert="horz">
            <a:spAutoFit/>
          </a:bodyPr>
          <a:lstStyle/>
          <a:p>
            <a:pPr marL="78740">
              <a:lnSpc>
                <a:spcPct val="100000"/>
              </a:lnSpc>
              <a:spcBef>
                <a:spcPts val="670"/>
              </a:spcBef>
            </a:pPr>
            <a:r>
              <a:rPr dirty="0" sz="5850" spc="270" b="1">
                <a:solidFill>
                  <a:srgbClr val="1F1F1C"/>
                </a:solidFill>
                <a:latin typeface="Arial"/>
                <a:cs typeface="Arial"/>
              </a:rPr>
              <a:t>The</a:t>
            </a:r>
            <a:r>
              <a:rPr dirty="0" sz="5850" spc="-425" b="1">
                <a:solidFill>
                  <a:srgbClr val="1F1F1C"/>
                </a:solidFill>
                <a:latin typeface="Arial"/>
                <a:cs typeface="Arial"/>
              </a:rPr>
              <a:t> </a:t>
            </a:r>
            <a:r>
              <a:rPr dirty="0" sz="5850" spc="235" b="1">
                <a:solidFill>
                  <a:srgbClr val="1F1F1C"/>
                </a:solidFill>
                <a:latin typeface="Arial"/>
                <a:cs typeface="Arial"/>
              </a:rPr>
              <a:t>Modern</a:t>
            </a:r>
            <a:r>
              <a:rPr dirty="0" sz="5850" spc="-70" b="1">
                <a:solidFill>
                  <a:srgbClr val="1F1F1C"/>
                </a:solidFill>
                <a:latin typeface="Arial"/>
                <a:cs typeface="Arial"/>
              </a:rPr>
              <a:t> </a:t>
            </a:r>
            <a:r>
              <a:rPr dirty="0" sz="5850" spc="50" b="1">
                <a:solidFill>
                  <a:srgbClr val="1F1F1C"/>
                </a:solidFill>
                <a:latin typeface="Arial"/>
                <a:cs typeface="Arial"/>
              </a:rPr>
              <a:t>Analyst's</a:t>
            </a:r>
            <a:r>
              <a:rPr dirty="0" sz="5850" spc="90" b="1">
                <a:solidFill>
                  <a:srgbClr val="1F1F1C"/>
                </a:solidFill>
                <a:latin typeface="Arial"/>
                <a:cs typeface="Arial"/>
              </a:rPr>
              <a:t> </a:t>
            </a:r>
            <a:r>
              <a:rPr dirty="0" sz="5850" spc="-10" b="1">
                <a:solidFill>
                  <a:srgbClr val="1F1F1C"/>
                </a:solidFill>
                <a:latin typeface="Arial"/>
                <a:cs typeface="Arial"/>
              </a:rPr>
              <a:t>Toolkit</a:t>
            </a:r>
            <a:endParaRPr sz="5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3050">
                <a:solidFill>
                  <a:srgbClr val="2D3338"/>
                </a:solidFill>
                <a:latin typeface="Times New Roman"/>
                <a:cs typeface="Times New Roman"/>
              </a:rPr>
              <a:t>F</a:t>
            </a:r>
            <a:r>
              <a:rPr dirty="0" sz="3050">
                <a:solidFill>
                  <a:srgbClr val="1F1F1C"/>
                </a:solidFill>
                <a:latin typeface="Times New Roman"/>
                <a:cs typeface="Times New Roman"/>
              </a:rPr>
              <a:t>rom</a:t>
            </a:r>
            <a:r>
              <a:rPr dirty="0" sz="3050" spc="80">
                <a:solidFill>
                  <a:srgbClr val="1F1F1C"/>
                </a:solidFill>
                <a:latin typeface="Times New Roman"/>
                <a:cs typeface="Times New Roman"/>
              </a:rPr>
              <a:t> </a:t>
            </a:r>
            <a:r>
              <a:rPr dirty="0" sz="3050" spc="70">
                <a:solidFill>
                  <a:srgbClr val="1F1F1C"/>
                </a:solidFill>
                <a:latin typeface="Times New Roman"/>
                <a:cs typeface="Times New Roman"/>
              </a:rPr>
              <a:t>Chaos</a:t>
            </a:r>
            <a:r>
              <a:rPr dirty="0" sz="3050" spc="-30">
                <a:solidFill>
                  <a:srgbClr val="1F1F1C"/>
                </a:solidFill>
                <a:latin typeface="Times New Roman"/>
                <a:cs typeface="Times New Roman"/>
              </a:rPr>
              <a:t> </a:t>
            </a:r>
            <a:r>
              <a:rPr dirty="0" sz="3050" spc="55">
                <a:solidFill>
                  <a:srgbClr val="1F1F1C"/>
                </a:solidFill>
                <a:latin typeface="Times New Roman"/>
                <a:cs typeface="Times New Roman"/>
              </a:rPr>
              <a:t>to</a:t>
            </a:r>
            <a:r>
              <a:rPr dirty="0" sz="3050" spc="30">
                <a:solidFill>
                  <a:srgbClr val="1F1F1C"/>
                </a:solidFill>
                <a:latin typeface="Times New Roman"/>
                <a:cs typeface="Times New Roman"/>
              </a:rPr>
              <a:t> </a:t>
            </a:r>
            <a:r>
              <a:rPr dirty="0" sz="3050">
                <a:solidFill>
                  <a:srgbClr val="1F1F1C"/>
                </a:solidFill>
                <a:latin typeface="Times New Roman"/>
                <a:cs typeface="Times New Roman"/>
              </a:rPr>
              <a:t>Clarity:</a:t>
            </a:r>
            <a:r>
              <a:rPr dirty="0" sz="3050" spc="-65">
                <a:solidFill>
                  <a:srgbClr val="1F1F1C"/>
                </a:solidFill>
                <a:latin typeface="Times New Roman"/>
                <a:cs typeface="Times New Roman"/>
              </a:rPr>
              <a:t> </a:t>
            </a:r>
            <a:r>
              <a:rPr dirty="0" sz="3050" spc="120">
                <a:solidFill>
                  <a:srgbClr val="1F1F1C"/>
                </a:solidFill>
                <a:latin typeface="Times New Roman"/>
                <a:cs typeface="Times New Roman"/>
              </a:rPr>
              <a:t>The</a:t>
            </a:r>
            <a:r>
              <a:rPr dirty="0" sz="3050" spc="-160">
                <a:solidFill>
                  <a:srgbClr val="1F1F1C"/>
                </a:solidFill>
                <a:latin typeface="Times New Roman"/>
                <a:cs typeface="Times New Roman"/>
              </a:rPr>
              <a:t> </a:t>
            </a:r>
            <a:r>
              <a:rPr dirty="0" sz="3050" spc="75">
                <a:solidFill>
                  <a:srgbClr val="1F1F1C"/>
                </a:solidFill>
                <a:latin typeface="Times New Roman"/>
                <a:cs typeface="Times New Roman"/>
              </a:rPr>
              <a:t>Ar</a:t>
            </a:r>
            <a:r>
              <a:rPr dirty="0" sz="3050" spc="75">
                <a:solidFill>
                  <a:srgbClr val="2D3338"/>
                </a:solidFill>
                <a:latin typeface="Times New Roman"/>
                <a:cs typeface="Times New Roman"/>
              </a:rPr>
              <a:t>c</a:t>
            </a:r>
            <a:r>
              <a:rPr dirty="0" sz="3050" spc="75">
                <a:solidFill>
                  <a:srgbClr val="1F1F1C"/>
                </a:solidFill>
                <a:latin typeface="Times New Roman"/>
                <a:cs typeface="Times New Roman"/>
              </a:rPr>
              <a:t>hitecture</a:t>
            </a:r>
            <a:r>
              <a:rPr dirty="0" sz="3050" spc="-25">
                <a:solidFill>
                  <a:srgbClr val="1F1F1C"/>
                </a:solidFill>
                <a:latin typeface="Times New Roman"/>
                <a:cs typeface="Times New Roman"/>
              </a:rPr>
              <a:t> </a:t>
            </a:r>
            <a:r>
              <a:rPr dirty="0" sz="3050">
                <a:solidFill>
                  <a:srgbClr val="1F1F1C"/>
                </a:solidFill>
                <a:latin typeface="Times New Roman"/>
                <a:cs typeface="Times New Roman"/>
              </a:rPr>
              <a:t>of</a:t>
            </a:r>
            <a:r>
              <a:rPr dirty="0" sz="3050" spc="125">
                <a:solidFill>
                  <a:srgbClr val="1F1F1C"/>
                </a:solidFill>
                <a:latin typeface="Times New Roman"/>
                <a:cs typeface="Times New Roman"/>
              </a:rPr>
              <a:t> </a:t>
            </a:r>
            <a:r>
              <a:rPr dirty="0" sz="3050" spc="55">
                <a:solidFill>
                  <a:srgbClr val="1F1F1C"/>
                </a:solidFill>
                <a:latin typeface="Times New Roman"/>
                <a:cs typeface="Times New Roman"/>
              </a:rPr>
              <a:t>R</a:t>
            </a:r>
            <a:r>
              <a:rPr dirty="0" sz="3050" spc="55">
                <a:solidFill>
                  <a:srgbClr val="2D3338"/>
                </a:solidFill>
                <a:latin typeface="Times New Roman"/>
                <a:cs typeface="Times New Roman"/>
              </a:rPr>
              <a:t>e</a:t>
            </a:r>
            <a:r>
              <a:rPr dirty="0" sz="3050" spc="55">
                <a:solidFill>
                  <a:srgbClr val="1F1F1C"/>
                </a:solidFill>
                <a:latin typeface="Times New Roman"/>
                <a:cs typeface="Times New Roman"/>
              </a:rPr>
              <a:t>produ</a:t>
            </a:r>
            <a:r>
              <a:rPr dirty="0" sz="3050" spc="55">
                <a:solidFill>
                  <a:srgbClr val="2D3338"/>
                </a:solidFill>
                <a:latin typeface="Times New Roman"/>
                <a:cs typeface="Times New Roman"/>
              </a:rPr>
              <a:t>c</a:t>
            </a:r>
            <a:r>
              <a:rPr dirty="0" sz="3050" spc="55">
                <a:solidFill>
                  <a:srgbClr val="1F1F1C"/>
                </a:solidFill>
                <a:latin typeface="Times New Roman"/>
                <a:cs typeface="Times New Roman"/>
              </a:rPr>
              <a:t>ible</a:t>
            </a:r>
            <a:r>
              <a:rPr dirty="0" sz="3050" spc="25">
                <a:solidFill>
                  <a:srgbClr val="1F1F1C"/>
                </a:solidFill>
                <a:latin typeface="Times New Roman"/>
                <a:cs typeface="Times New Roman"/>
              </a:rPr>
              <a:t> </a:t>
            </a:r>
            <a:r>
              <a:rPr dirty="0" sz="3050" spc="-10">
                <a:solidFill>
                  <a:srgbClr val="1F1F1C"/>
                </a:solidFill>
                <a:latin typeface="Times New Roman"/>
                <a:cs typeface="Times New Roman"/>
              </a:rPr>
              <a:t>R</a:t>
            </a:r>
            <a:r>
              <a:rPr dirty="0" sz="3050" spc="-10">
                <a:solidFill>
                  <a:srgbClr val="2D3338"/>
                </a:solidFill>
                <a:latin typeface="Times New Roman"/>
                <a:cs typeface="Times New Roman"/>
              </a:rPr>
              <a:t>e</a:t>
            </a:r>
            <a:r>
              <a:rPr dirty="0" sz="3050" spc="-10">
                <a:solidFill>
                  <a:srgbClr val="1F1F1C"/>
                </a:solidFill>
                <a:latin typeface="Times New Roman"/>
                <a:cs typeface="Times New Roman"/>
              </a:rPr>
              <a:t>sear</a:t>
            </a:r>
            <a:r>
              <a:rPr dirty="0" sz="3050" spc="-10">
                <a:solidFill>
                  <a:srgbClr val="2D3338"/>
                </a:solidFill>
                <a:latin typeface="Times New Roman"/>
                <a:cs typeface="Times New Roman"/>
              </a:rPr>
              <a:t>c</a:t>
            </a:r>
            <a:r>
              <a:rPr dirty="0" sz="3050" spc="-10">
                <a:solidFill>
                  <a:srgbClr val="1F1F1C"/>
                </a:solidFill>
                <a:latin typeface="Times New Roman"/>
                <a:cs typeface="Times New Roman"/>
              </a:rPr>
              <a:t>h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30263" y="2547176"/>
            <a:ext cx="2379345" cy="3829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0320">
              <a:lnSpc>
                <a:spcPts val="1405"/>
              </a:lnSpc>
              <a:spcBef>
                <a:spcPts val="105"/>
              </a:spcBef>
            </a:pPr>
            <a:r>
              <a:rPr dirty="0" sz="1250" spc="-145">
                <a:solidFill>
                  <a:srgbClr val="2D3338"/>
                </a:solidFill>
                <a:latin typeface="Arial"/>
                <a:cs typeface="Arial"/>
              </a:rPr>
              <a:t>V</a:t>
            </a:r>
            <a:r>
              <a:rPr dirty="0" sz="1250" spc="-145">
                <a:solidFill>
                  <a:srgbClr val="1F1F1C"/>
                </a:solidFill>
                <a:latin typeface="Arial"/>
                <a:cs typeface="Arial"/>
              </a:rPr>
              <a:t>I</a:t>
            </a:r>
            <a:r>
              <a:rPr dirty="0" sz="1250" spc="-145">
                <a:solidFill>
                  <a:srgbClr val="2D3338"/>
                </a:solidFill>
                <a:latin typeface="Arial"/>
                <a:cs typeface="Arial"/>
              </a:rPr>
              <a:t>RTUAL</a:t>
            </a:r>
            <a:r>
              <a:rPr dirty="0" sz="1250" spc="-145">
                <a:solidFill>
                  <a:srgbClr val="444B50"/>
                </a:solidFill>
                <a:latin typeface="Arial"/>
                <a:cs typeface="Arial"/>
              </a:rPr>
              <a:t>ENV</a:t>
            </a:r>
            <a:r>
              <a:rPr dirty="0" sz="1250" spc="-95">
                <a:solidFill>
                  <a:srgbClr val="444B50"/>
                </a:solidFill>
                <a:latin typeface="Arial"/>
                <a:cs typeface="Arial"/>
              </a:rPr>
              <a:t> </a:t>
            </a:r>
            <a:r>
              <a:rPr dirty="0" sz="1250" spc="-140">
                <a:solidFill>
                  <a:srgbClr val="444B50"/>
                </a:solidFill>
                <a:latin typeface="Arial"/>
                <a:cs typeface="Arial"/>
              </a:rPr>
              <a:t>HOUS</a:t>
            </a:r>
            <a:r>
              <a:rPr dirty="0" sz="1250" spc="-140">
                <a:solidFill>
                  <a:srgbClr val="1F1F1C"/>
                </a:solidFill>
                <a:latin typeface="Arial"/>
                <a:cs typeface="Arial"/>
              </a:rPr>
              <a:t>I</a:t>
            </a:r>
            <a:r>
              <a:rPr dirty="0" sz="1250" spc="-140">
                <a:solidFill>
                  <a:srgbClr val="2D3338"/>
                </a:solidFill>
                <a:latin typeface="Arial"/>
                <a:cs typeface="Arial"/>
              </a:rPr>
              <a:t>NG</a:t>
            </a:r>
            <a:r>
              <a:rPr dirty="0" sz="1250" spc="-140">
                <a:solidFill>
                  <a:srgbClr val="1F1F1C"/>
                </a:solidFill>
                <a:latin typeface="Arial"/>
                <a:cs typeface="Arial"/>
              </a:rPr>
              <a:t>U</a:t>
            </a:r>
            <a:r>
              <a:rPr dirty="0" sz="1250" spc="-140">
                <a:solidFill>
                  <a:srgbClr val="2D3338"/>
                </a:solidFill>
                <a:latin typeface="Arial"/>
                <a:cs typeface="Arial"/>
              </a:rPr>
              <a:t>NIT</a:t>
            </a:r>
            <a:r>
              <a:rPr dirty="0" sz="1250" spc="-45">
                <a:solidFill>
                  <a:srgbClr val="2D3338"/>
                </a:solidFill>
                <a:latin typeface="Arial"/>
                <a:cs typeface="Arial"/>
              </a:rPr>
              <a:t> </a:t>
            </a:r>
            <a:r>
              <a:rPr dirty="0" sz="1250" spc="-50">
                <a:solidFill>
                  <a:srgbClr val="8C99A1"/>
                </a:solidFill>
                <a:latin typeface="Arial"/>
                <a:cs typeface="Arial"/>
              </a:rPr>
              <a:t>�</a:t>
            </a:r>
            <a:endParaRPr sz="1250">
              <a:latin typeface="Arial"/>
              <a:cs typeface="Arial"/>
            </a:endParaRPr>
          </a:p>
          <a:p>
            <a:pPr marL="85090" indent="-72390">
              <a:lnSpc>
                <a:spcPts val="1405"/>
              </a:lnSpc>
              <a:buClr>
                <a:srgbClr val="8C99A1"/>
              </a:buClr>
              <a:buChar char="•"/>
              <a:tabLst>
                <a:tab pos="85090" algn="l"/>
              </a:tabLst>
            </a:pPr>
            <a:r>
              <a:rPr dirty="0" sz="1250" spc="-155">
                <a:solidFill>
                  <a:srgbClr val="57626B"/>
                </a:solidFill>
                <a:latin typeface="Arial"/>
                <a:cs typeface="Arial"/>
              </a:rPr>
              <a:t>D</a:t>
            </a:r>
            <a:r>
              <a:rPr dirty="0" sz="1250" spc="-155">
                <a:solidFill>
                  <a:srgbClr val="72858E"/>
                </a:solidFill>
                <a:latin typeface="Arial"/>
                <a:cs typeface="Arial"/>
              </a:rPr>
              <a:t>EPE</a:t>
            </a:r>
            <a:r>
              <a:rPr dirty="0" sz="1250" spc="-155">
                <a:solidFill>
                  <a:srgbClr val="57626B"/>
                </a:solidFill>
                <a:latin typeface="Arial"/>
                <a:cs typeface="Arial"/>
              </a:rPr>
              <a:t>NDENCY</a:t>
            </a:r>
            <a:r>
              <a:rPr dirty="0" sz="1250" spc="-155">
                <a:solidFill>
                  <a:srgbClr val="72858E"/>
                </a:solidFill>
                <a:latin typeface="Arial"/>
                <a:cs typeface="Arial"/>
              </a:rPr>
              <a:t>I</a:t>
            </a:r>
            <a:r>
              <a:rPr dirty="0" sz="1250" spc="-155">
                <a:solidFill>
                  <a:srgbClr val="57626B"/>
                </a:solidFill>
                <a:latin typeface="Arial"/>
                <a:cs typeface="Arial"/>
              </a:rPr>
              <a:t>SOLATION</a:t>
            </a:r>
            <a:r>
              <a:rPr dirty="0" sz="1250" spc="-155">
                <a:solidFill>
                  <a:srgbClr val="66747E"/>
                </a:solidFill>
                <a:latin typeface="Arial"/>
                <a:cs typeface="Arial"/>
              </a:rPr>
              <a:t>C</a:t>
            </a:r>
            <a:r>
              <a:rPr dirty="0" sz="1250" spc="-155">
                <a:solidFill>
                  <a:srgbClr val="444B50"/>
                </a:solidFill>
                <a:latin typeface="Arial"/>
                <a:cs typeface="Arial"/>
              </a:rPr>
              <a:t>H</a:t>
            </a:r>
            <a:r>
              <a:rPr dirty="0" sz="1250" spc="-155">
                <a:solidFill>
                  <a:srgbClr val="57626B"/>
                </a:solidFill>
                <a:latin typeface="Arial"/>
                <a:cs typeface="Arial"/>
              </a:rPr>
              <a:t>AMB</a:t>
            </a:r>
            <a:r>
              <a:rPr dirty="0" sz="1250" spc="-155">
                <a:solidFill>
                  <a:srgbClr val="72858E"/>
                </a:solidFill>
                <a:latin typeface="Arial"/>
                <a:cs typeface="Arial"/>
              </a:rPr>
              <a:t>E</a:t>
            </a:r>
            <a:r>
              <a:rPr dirty="0" sz="1250" spc="-155">
                <a:solidFill>
                  <a:srgbClr val="57626B"/>
                </a:solidFill>
                <a:latin typeface="Arial"/>
                <a:cs typeface="Arial"/>
              </a:rPr>
              <a:t>R</a:t>
            </a:r>
            <a:r>
              <a:rPr dirty="0" u="heavy" sz="1250" spc="-155">
                <a:solidFill>
                  <a:srgbClr val="57626B"/>
                </a:solidFill>
                <a:uFill>
                  <a:solidFill>
                    <a:srgbClr val="57626B"/>
                  </a:solidFill>
                </a:uFill>
                <a:latin typeface="Arial"/>
                <a:cs typeface="Arial"/>
              </a:rPr>
              <a:t>\</a:t>
            </a:r>
            <a:r>
              <a:rPr dirty="0" u="heavy" sz="1250" spc="500">
                <a:solidFill>
                  <a:srgbClr val="57626B"/>
                </a:solidFill>
                <a:uFill>
                  <a:solidFill>
                    <a:srgbClr val="57626B"/>
                  </a:solidFill>
                </a:uFill>
                <a:latin typeface="Arial"/>
                <a:cs typeface="Arial"/>
              </a:rPr>
              <a:t> </a:t>
            </a:r>
            <a:endParaRPr sz="12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832740" y="2432281"/>
            <a:ext cx="1610360" cy="5480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706755">
              <a:lnSpc>
                <a:spcPts val="1355"/>
              </a:lnSpc>
              <a:spcBef>
                <a:spcPts val="105"/>
              </a:spcBef>
            </a:pPr>
            <a:r>
              <a:rPr dirty="0" sz="1250" spc="-240">
                <a:solidFill>
                  <a:srgbClr val="AF7C62"/>
                </a:solidFill>
                <a:latin typeface="Arial"/>
                <a:cs typeface="Arial"/>
              </a:rPr>
              <a:t>REPRODUCIBLE</a:t>
            </a:r>
            <a:endParaRPr sz="1250">
              <a:latin typeface="Arial"/>
              <a:cs typeface="Arial"/>
            </a:endParaRPr>
          </a:p>
          <a:p>
            <a:pPr marL="384175">
              <a:lnSpc>
                <a:spcPts val="1330"/>
              </a:lnSpc>
            </a:pPr>
            <a:r>
              <a:rPr dirty="0" sz="1150" spc="-30" i="1">
                <a:solidFill>
                  <a:srgbClr val="AF7C62"/>
                </a:solidFill>
                <a:latin typeface="Arial"/>
                <a:cs typeface="Arial"/>
              </a:rPr>
              <a:t>_,:r-</a:t>
            </a:r>
            <a:r>
              <a:rPr dirty="0" sz="1150" spc="-20" i="1">
                <a:solidFill>
                  <a:srgbClr val="AF7C62"/>
                </a:solidFill>
                <a:latin typeface="Arial"/>
                <a:cs typeface="Arial"/>
              </a:rPr>
              <a:t>,</a:t>
            </a:r>
            <a:r>
              <a:rPr dirty="0" sz="1150" spc="-95" i="1">
                <a:solidFill>
                  <a:srgbClr val="AF7C62"/>
                </a:solidFill>
                <a:latin typeface="Arial"/>
                <a:cs typeface="Arial"/>
              </a:rPr>
              <a:t> </a:t>
            </a:r>
            <a:r>
              <a:rPr dirty="0" sz="1250" spc="-65">
                <a:solidFill>
                  <a:srgbClr val="AF7C62"/>
                </a:solidFill>
                <a:latin typeface="Arial"/>
                <a:cs typeface="Arial"/>
              </a:rPr>
              <a:t>OUTPUT</a:t>
            </a:r>
            <a:endParaRPr sz="1250">
              <a:latin typeface="Arial"/>
              <a:cs typeface="Arial"/>
            </a:endParaRPr>
          </a:p>
          <a:p>
            <a:pPr marL="12700">
              <a:lnSpc>
                <a:spcPts val="1420"/>
              </a:lnSpc>
            </a:pPr>
            <a:r>
              <a:rPr dirty="0" sz="1200" spc="-10" i="1">
                <a:solidFill>
                  <a:srgbClr val="8C99A1"/>
                </a:solidFill>
                <a:latin typeface="Arial"/>
                <a:cs typeface="Arial"/>
              </a:rPr>
              <a:t>s</a:t>
            </a:r>
            <a:r>
              <a:rPr dirty="0" sz="1200" spc="-10" i="1">
                <a:solidFill>
                  <a:srgbClr val="72858E"/>
                </a:solidFill>
                <a:latin typeface="Arial"/>
                <a:cs typeface="Arial"/>
              </a:rPr>
              <a:t>1s</a:t>
            </a:r>
            <a:r>
              <a:rPr dirty="0" sz="1200" spc="-10" i="1">
                <a:solidFill>
                  <a:srgbClr val="8C99A1"/>
                </a:solidFill>
                <a:latin typeface="Arial"/>
                <a:cs typeface="Arial"/>
              </a:rPr>
              <a:t>·</a:t>
            </a:r>
            <a:r>
              <a:rPr dirty="0" sz="1200" spc="-10" i="1">
                <a:solidFill>
                  <a:srgbClr val="AF7C62"/>
                </a:solidFill>
                <a:latin typeface="Arial"/>
                <a:cs typeface="Arial"/>
              </a:rPr>
              <a:t>IIY"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00433" y="6428084"/>
            <a:ext cx="311785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spc="-40">
                <a:solidFill>
                  <a:srgbClr val="66747E"/>
                </a:solidFill>
                <a:latin typeface="Arial"/>
                <a:cs typeface="Arial"/>
              </a:rPr>
              <a:t>2</a:t>
            </a:r>
            <a:r>
              <a:rPr dirty="0" sz="1150" spc="-40">
                <a:solidFill>
                  <a:srgbClr val="8C99A1"/>
                </a:solidFill>
                <a:latin typeface="Arial"/>
                <a:cs typeface="Arial"/>
              </a:rPr>
              <a:t>.</a:t>
            </a:r>
            <a:r>
              <a:rPr dirty="0" sz="1150" spc="-40">
                <a:solidFill>
                  <a:srgbClr val="72858E"/>
                </a:solidFill>
                <a:latin typeface="Arial"/>
                <a:cs typeface="Arial"/>
              </a:rPr>
              <a:t>16</a:t>
            </a:r>
            <a:r>
              <a:rPr dirty="0" sz="1150" spc="-40">
                <a:solidFill>
                  <a:srgbClr val="8C99A1"/>
                </a:solidFill>
                <a:latin typeface="Arial"/>
                <a:cs typeface="Arial"/>
              </a:rPr>
              <a:t>'</a:t>
            </a:r>
            <a:endParaRPr sz="11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82197" y="7500440"/>
            <a:ext cx="426084" cy="549275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algn="just" marL="12700" marR="5080" indent="40640">
              <a:lnSpc>
                <a:spcPts val="1310"/>
              </a:lnSpc>
              <a:spcBef>
                <a:spcPts val="305"/>
              </a:spcBef>
            </a:pPr>
            <a:r>
              <a:rPr dirty="0" sz="1250" spc="-145">
                <a:solidFill>
                  <a:srgbClr val="AF7C62"/>
                </a:solidFill>
                <a:latin typeface="Arial"/>
                <a:cs typeface="Arial"/>
              </a:rPr>
              <a:t>DATA </a:t>
            </a:r>
            <a:r>
              <a:rPr dirty="0" sz="1250" spc="-135">
                <a:solidFill>
                  <a:srgbClr val="AF7C62"/>
                </a:solidFill>
                <a:latin typeface="Arial"/>
                <a:cs typeface="Arial"/>
              </a:rPr>
              <a:t>INPUT </a:t>
            </a:r>
            <a:r>
              <a:rPr dirty="0" sz="1250" spc="-130">
                <a:solidFill>
                  <a:srgbClr val="AF7C62"/>
                </a:solidFill>
                <a:latin typeface="Arial"/>
                <a:cs typeface="Arial"/>
              </a:rPr>
              <a:t>FLOW</a:t>
            </a:r>
            <a:endParaRPr sz="125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725715" y="8068033"/>
            <a:ext cx="26034" cy="232410"/>
          </a:xfrm>
          <a:custGeom>
            <a:avLst/>
            <a:gdLst/>
            <a:ahLst/>
            <a:cxnLst/>
            <a:rect l="l" t="t" r="r" b="b"/>
            <a:pathLst>
              <a:path w="26035" h="232409">
                <a:moveTo>
                  <a:pt x="25473" y="232006"/>
                </a:moveTo>
                <a:lnTo>
                  <a:pt x="0" y="232006"/>
                </a:lnTo>
                <a:lnTo>
                  <a:pt x="0" y="0"/>
                </a:lnTo>
                <a:lnTo>
                  <a:pt x="25473" y="0"/>
                </a:lnTo>
                <a:lnTo>
                  <a:pt x="25473" y="232006"/>
                </a:lnTo>
                <a:close/>
              </a:path>
            </a:pathLst>
          </a:custGeom>
          <a:solidFill>
            <a:srgbClr val="F4F4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629397" y="8062151"/>
            <a:ext cx="187833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>
                <a:solidFill>
                  <a:srgbClr val="72858E"/>
                </a:solidFill>
                <a:latin typeface="Times New Roman"/>
                <a:cs typeface="Times New Roman"/>
              </a:rPr>
              <a:t>3</a:t>
            </a:r>
            <a:r>
              <a:rPr dirty="0" sz="1350">
                <a:solidFill>
                  <a:srgbClr val="A5A7A5"/>
                </a:solidFill>
                <a:latin typeface="Times New Roman"/>
                <a:cs typeface="Times New Roman"/>
              </a:rPr>
              <a:t>.</a:t>
            </a:r>
            <a:r>
              <a:rPr dirty="0" sz="1350" spc="235">
                <a:solidFill>
                  <a:srgbClr val="A5A7A5"/>
                </a:solidFill>
                <a:latin typeface="Times New Roman"/>
                <a:cs typeface="Times New Roman"/>
              </a:rPr>
              <a:t> </a:t>
            </a:r>
            <a:r>
              <a:rPr dirty="0" sz="1350" spc="1505">
                <a:solidFill>
                  <a:srgbClr val="72858E"/>
                </a:solidFill>
                <a:latin typeface="Times New Roman"/>
                <a:cs typeface="Times New Roman"/>
              </a:rPr>
              <a:t>�3</a:t>
            </a:r>
            <a:r>
              <a:rPr dirty="0" sz="1350" spc="1505">
                <a:solidFill>
                  <a:srgbClr val="8C99A1"/>
                </a:solidFill>
                <a:latin typeface="Times New Roman"/>
                <a:cs typeface="Times New Roman"/>
              </a:rPr>
              <a:t>.</a:t>
            </a:r>
            <a:r>
              <a:rPr dirty="0" sz="1350" spc="1505">
                <a:solidFill>
                  <a:srgbClr val="72858E"/>
                </a:solidFill>
                <a:latin typeface="Times New Roman"/>
                <a:cs typeface="Times New Roman"/>
              </a:rPr>
              <a:t>11</a:t>
            </a:r>
            <a:r>
              <a:rPr dirty="0" sz="1350" spc="1505">
                <a:solidFill>
                  <a:srgbClr val="72858E"/>
                </a:solidFill>
                <a:latin typeface="Times New Roman"/>
                <a:cs typeface="Times New Roman"/>
              </a:rPr>
              <a:t>'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430626" y="6900432"/>
            <a:ext cx="2122805" cy="549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1455"/>
              </a:lnSpc>
              <a:spcBef>
                <a:spcPts val="105"/>
              </a:spcBef>
            </a:pPr>
            <a:r>
              <a:rPr dirty="0" sz="1250" spc="265">
                <a:solidFill>
                  <a:srgbClr val="8C99A1"/>
                </a:solidFill>
                <a:latin typeface="Arial"/>
                <a:cs typeface="Arial"/>
              </a:rPr>
              <a:t>�</a:t>
            </a:r>
            <a:r>
              <a:rPr dirty="0" sz="1250" spc="265">
                <a:solidFill>
                  <a:srgbClr val="444B50"/>
                </a:solidFill>
                <a:latin typeface="Arial"/>
                <a:cs typeface="Arial"/>
              </a:rPr>
              <a:t>QUARTO</a:t>
            </a:r>
            <a:r>
              <a:rPr dirty="0" sz="1250" spc="-110">
                <a:solidFill>
                  <a:srgbClr val="444B50"/>
                </a:solidFill>
                <a:latin typeface="Arial"/>
                <a:cs typeface="Arial"/>
              </a:rPr>
              <a:t> </a:t>
            </a:r>
            <a:r>
              <a:rPr dirty="0" sz="1250" spc="-125">
                <a:solidFill>
                  <a:srgbClr val="2D3338"/>
                </a:solidFill>
                <a:latin typeface="Arial"/>
                <a:cs typeface="Arial"/>
              </a:rPr>
              <a:t>O</a:t>
            </a:r>
            <a:r>
              <a:rPr dirty="0" sz="1250" spc="-125">
                <a:solidFill>
                  <a:srgbClr val="1F1F1C"/>
                </a:solidFill>
                <a:latin typeface="Arial"/>
                <a:cs typeface="Arial"/>
              </a:rPr>
              <a:t>U</a:t>
            </a:r>
            <a:r>
              <a:rPr dirty="0" sz="1250" spc="-125">
                <a:solidFill>
                  <a:srgbClr val="444B50"/>
                </a:solidFill>
                <a:latin typeface="Arial"/>
                <a:cs typeface="Arial"/>
              </a:rPr>
              <a:t>TERCASING</a:t>
            </a:r>
            <a:endParaRPr sz="1250">
              <a:latin typeface="Arial"/>
              <a:cs typeface="Arial"/>
            </a:endParaRPr>
          </a:p>
          <a:p>
            <a:pPr marL="420370" marR="5080" indent="-1905">
              <a:lnSpc>
                <a:spcPts val="1210"/>
              </a:lnSpc>
              <a:spcBef>
                <a:spcPts val="235"/>
              </a:spcBef>
              <a:buClr>
                <a:srgbClr val="57626B"/>
              </a:buClr>
              <a:buChar char="•"/>
              <a:tabLst>
                <a:tab pos="420370" algn="l"/>
                <a:tab pos="490855" algn="l"/>
              </a:tabLst>
            </a:pPr>
            <a:r>
              <a:rPr dirty="0" sz="1250" spc="-175">
                <a:solidFill>
                  <a:srgbClr val="444B50"/>
                </a:solidFill>
                <a:latin typeface="Arial"/>
                <a:cs typeface="Arial"/>
              </a:rPr>
              <a:t>	</a:t>
            </a:r>
            <a:r>
              <a:rPr dirty="0" sz="1250" spc="-175">
                <a:solidFill>
                  <a:srgbClr val="444B50"/>
                </a:solidFill>
                <a:latin typeface="Arial"/>
                <a:cs typeface="Arial"/>
              </a:rPr>
              <a:t>P</a:t>
            </a:r>
            <a:r>
              <a:rPr dirty="0" sz="1250" spc="-175">
                <a:solidFill>
                  <a:srgbClr val="66747E"/>
                </a:solidFill>
                <a:latin typeface="Arial"/>
                <a:cs typeface="Arial"/>
              </a:rPr>
              <a:t>UBLI</a:t>
            </a:r>
            <a:r>
              <a:rPr dirty="0" sz="1250" spc="-175">
                <a:solidFill>
                  <a:srgbClr val="444B50"/>
                </a:solidFill>
                <a:latin typeface="Arial"/>
                <a:cs typeface="Arial"/>
              </a:rPr>
              <a:t>S</a:t>
            </a:r>
            <a:r>
              <a:rPr dirty="0" sz="1250" spc="-175">
                <a:solidFill>
                  <a:srgbClr val="57626B"/>
                </a:solidFill>
                <a:latin typeface="Arial"/>
                <a:cs typeface="Arial"/>
              </a:rPr>
              <a:t>H</a:t>
            </a:r>
            <a:r>
              <a:rPr dirty="0" sz="1250" spc="-175">
                <a:solidFill>
                  <a:srgbClr val="2D3338"/>
                </a:solidFill>
                <a:latin typeface="Arial"/>
                <a:cs typeface="Arial"/>
              </a:rPr>
              <a:t>ING</a:t>
            </a:r>
            <a:r>
              <a:rPr dirty="0" sz="1250" spc="-175">
                <a:solidFill>
                  <a:srgbClr val="444B50"/>
                </a:solidFill>
                <a:latin typeface="Arial"/>
                <a:cs typeface="Arial"/>
              </a:rPr>
              <a:t>F</a:t>
            </a:r>
            <a:r>
              <a:rPr dirty="0" sz="1250" spc="-175">
                <a:solidFill>
                  <a:srgbClr val="57626B"/>
                </a:solidFill>
                <a:latin typeface="Arial"/>
                <a:cs typeface="Arial"/>
              </a:rPr>
              <a:t>RA</a:t>
            </a:r>
            <a:r>
              <a:rPr dirty="0" sz="1250" spc="-175">
                <a:solidFill>
                  <a:srgbClr val="444B50"/>
                </a:solidFill>
                <a:latin typeface="Arial"/>
                <a:cs typeface="Arial"/>
              </a:rPr>
              <a:t>M</a:t>
            </a:r>
            <a:r>
              <a:rPr dirty="0" sz="1250" spc="-175">
                <a:solidFill>
                  <a:srgbClr val="57626B"/>
                </a:solidFill>
                <a:latin typeface="Arial"/>
                <a:cs typeface="Arial"/>
              </a:rPr>
              <a:t>E</a:t>
            </a:r>
            <a:r>
              <a:rPr dirty="0" sz="1250" spc="-175">
                <a:solidFill>
                  <a:srgbClr val="444B50"/>
                </a:solidFill>
                <a:latin typeface="Arial"/>
                <a:cs typeface="Arial"/>
              </a:rPr>
              <a:t>WO</a:t>
            </a:r>
            <a:r>
              <a:rPr dirty="0" sz="1250" spc="-175">
                <a:solidFill>
                  <a:srgbClr val="57626B"/>
                </a:solidFill>
                <a:latin typeface="Arial"/>
                <a:cs typeface="Arial"/>
              </a:rPr>
              <a:t>R</a:t>
            </a:r>
            <a:r>
              <a:rPr dirty="0" sz="1250" spc="-175">
                <a:solidFill>
                  <a:srgbClr val="2D3338"/>
                </a:solidFill>
                <a:latin typeface="Arial"/>
                <a:cs typeface="Arial"/>
              </a:rPr>
              <a:t>K</a:t>
            </a:r>
            <a:r>
              <a:rPr dirty="0" sz="1250" spc="-105">
                <a:solidFill>
                  <a:srgbClr val="2D3338"/>
                </a:solidFill>
                <a:latin typeface="Arial"/>
                <a:cs typeface="Arial"/>
              </a:rPr>
              <a:t> </a:t>
            </a:r>
            <a:r>
              <a:rPr dirty="0" sz="1250" spc="-105">
                <a:solidFill>
                  <a:srgbClr val="444B50"/>
                </a:solidFill>
                <a:latin typeface="Arial"/>
                <a:cs typeface="Arial"/>
              </a:rPr>
              <a:t>&amp;</a:t>
            </a:r>
            <a:r>
              <a:rPr dirty="0" sz="1250" spc="-105">
                <a:solidFill>
                  <a:srgbClr val="57626B"/>
                </a:solidFill>
                <a:latin typeface="Arial"/>
                <a:cs typeface="Arial"/>
              </a:rPr>
              <a:t>R</a:t>
            </a:r>
            <a:r>
              <a:rPr dirty="0" sz="1250" spc="-105">
                <a:solidFill>
                  <a:srgbClr val="444B50"/>
                </a:solidFill>
                <a:latin typeface="Arial"/>
                <a:cs typeface="Arial"/>
              </a:rPr>
              <a:t>ENDE</a:t>
            </a:r>
            <a:r>
              <a:rPr dirty="0" sz="1250" spc="-105">
                <a:solidFill>
                  <a:srgbClr val="57626B"/>
                </a:solidFill>
                <a:latin typeface="Arial"/>
                <a:cs typeface="Arial"/>
              </a:rPr>
              <a:t>R</a:t>
            </a:r>
            <a:r>
              <a:rPr dirty="0" sz="1250" spc="-105">
                <a:solidFill>
                  <a:srgbClr val="2D3338"/>
                </a:solidFill>
                <a:latin typeface="Arial"/>
                <a:cs typeface="Arial"/>
              </a:rPr>
              <a:t>ING</a:t>
            </a:r>
            <a:r>
              <a:rPr dirty="0" sz="1250" spc="-105">
                <a:solidFill>
                  <a:srgbClr val="444B50"/>
                </a:solidFill>
                <a:latin typeface="Arial"/>
                <a:cs typeface="Arial"/>
              </a:rPr>
              <a:t>EN</a:t>
            </a:r>
            <a:r>
              <a:rPr dirty="0" sz="1250" spc="-105">
                <a:solidFill>
                  <a:srgbClr val="57626B"/>
                </a:solidFill>
                <a:latin typeface="Arial"/>
                <a:cs typeface="Arial"/>
              </a:rPr>
              <a:t>G</a:t>
            </a:r>
            <a:r>
              <a:rPr dirty="0" sz="1250" spc="-105">
                <a:solidFill>
                  <a:srgbClr val="2D3338"/>
                </a:solidFill>
                <a:latin typeface="Arial"/>
                <a:cs typeface="Arial"/>
              </a:rPr>
              <a:t>INE</a:t>
            </a:r>
            <a:endParaRPr sz="12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061557" y="7564272"/>
            <a:ext cx="136525" cy="2171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50" spc="-70">
                <a:solidFill>
                  <a:srgbClr val="8C99A1"/>
                </a:solidFill>
                <a:latin typeface="Arial"/>
                <a:cs typeface="Arial"/>
              </a:rPr>
              <a:t>'-</a:t>
            </a:r>
            <a:r>
              <a:rPr dirty="0" sz="1250" spc="-50">
                <a:solidFill>
                  <a:srgbClr val="8C99A1"/>
                </a:solidFill>
                <a:latin typeface="Arial"/>
                <a:cs typeface="Arial"/>
              </a:rPr>
              <a:t>-</a:t>
            </a:r>
            <a:endParaRPr sz="12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493339" y="7564272"/>
            <a:ext cx="1604645" cy="3962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1455"/>
              </a:lnSpc>
              <a:spcBef>
                <a:spcPts val="105"/>
              </a:spcBef>
            </a:pPr>
            <a:r>
              <a:rPr dirty="0" sz="1250" spc="-135">
                <a:solidFill>
                  <a:srgbClr val="2D3338"/>
                </a:solidFill>
                <a:latin typeface="Arial"/>
                <a:cs typeface="Arial"/>
              </a:rPr>
              <a:t>G</a:t>
            </a:r>
            <a:r>
              <a:rPr dirty="0" sz="1250" spc="-135">
                <a:solidFill>
                  <a:srgbClr val="1F1F1C"/>
                </a:solidFill>
                <a:latin typeface="Arial"/>
                <a:cs typeface="Arial"/>
              </a:rPr>
              <a:t>I</a:t>
            </a:r>
            <a:r>
              <a:rPr dirty="0" sz="1250" spc="-135">
                <a:solidFill>
                  <a:srgbClr val="444B50"/>
                </a:solidFill>
                <a:latin typeface="Arial"/>
                <a:cs typeface="Arial"/>
              </a:rPr>
              <a:t>T</a:t>
            </a:r>
            <a:r>
              <a:rPr dirty="0" sz="1250" spc="-100">
                <a:solidFill>
                  <a:srgbClr val="444B50"/>
                </a:solidFill>
                <a:latin typeface="Arial"/>
                <a:cs typeface="Arial"/>
              </a:rPr>
              <a:t> </a:t>
            </a:r>
            <a:r>
              <a:rPr dirty="0" sz="1250" spc="-140">
                <a:solidFill>
                  <a:srgbClr val="444B50"/>
                </a:solidFill>
                <a:latin typeface="Arial"/>
                <a:cs typeface="Arial"/>
              </a:rPr>
              <a:t>TRANSMISS</a:t>
            </a:r>
            <a:r>
              <a:rPr dirty="0" sz="1250" spc="-140">
                <a:solidFill>
                  <a:srgbClr val="1F1F1C"/>
                </a:solidFill>
                <a:latin typeface="Arial"/>
                <a:cs typeface="Arial"/>
              </a:rPr>
              <a:t>I</a:t>
            </a:r>
            <a:r>
              <a:rPr dirty="0" sz="1250" spc="-140">
                <a:solidFill>
                  <a:srgbClr val="444B50"/>
                </a:solidFill>
                <a:latin typeface="Arial"/>
                <a:cs typeface="Arial"/>
              </a:rPr>
              <a:t>ON</a:t>
            </a:r>
            <a:r>
              <a:rPr dirty="0" sz="1250" spc="-140">
                <a:solidFill>
                  <a:srgbClr val="2D3338"/>
                </a:solidFill>
                <a:latin typeface="Arial"/>
                <a:cs typeface="Arial"/>
              </a:rPr>
              <a:t>BELT</a:t>
            </a:r>
            <a:endParaRPr sz="1250">
              <a:latin typeface="Arial"/>
              <a:cs typeface="Arial"/>
            </a:endParaRPr>
          </a:p>
          <a:p>
            <a:pPr marL="83820" indent="-71120">
              <a:lnSpc>
                <a:spcPts val="1455"/>
              </a:lnSpc>
              <a:buClr>
                <a:srgbClr val="72858E"/>
              </a:buClr>
              <a:buChar char="•"/>
              <a:tabLst>
                <a:tab pos="83820" algn="l"/>
              </a:tabLst>
            </a:pPr>
            <a:r>
              <a:rPr dirty="0" sz="1250" spc="-100">
                <a:solidFill>
                  <a:srgbClr val="444B50"/>
                </a:solidFill>
                <a:latin typeface="Arial"/>
                <a:cs typeface="Arial"/>
              </a:rPr>
              <a:t>VER.CONTR</a:t>
            </a:r>
            <a:r>
              <a:rPr dirty="0" sz="1250" spc="-100">
                <a:solidFill>
                  <a:srgbClr val="57626B"/>
                </a:solidFill>
                <a:latin typeface="Arial"/>
                <a:cs typeface="Arial"/>
              </a:rPr>
              <a:t>OL</a:t>
            </a:r>
            <a:r>
              <a:rPr dirty="0" sz="1250" spc="-100">
                <a:solidFill>
                  <a:srgbClr val="2D3338"/>
                </a:solidFill>
                <a:latin typeface="Arial"/>
                <a:cs typeface="Arial"/>
              </a:rPr>
              <a:t>F</a:t>
            </a:r>
            <a:r>
              <a:rPr dirty="0" sz="1250" spc="-100">
                <a:solidFill>
                  <a:srgbClr val="57626B"/>
                </a:solidFill>
                <a:latin typeface="Arial"/>
                <a:cs typeface="Arial"/>
              </a:rPr>
              <a:t>L</a:t>
            </a:r>
            <a:r>
              <a:rPr dirty="0" sz="1250" spc="-100">
                <a:solidFill>
                  <a:srgbClr val="444B50"/>
                </a:solidFill>
                <a:latin typeface="Arial"/>
                <a:cs typeface="Arial"/>
              </a:rPr>
              <a:t>OW</a:t>
            </a:r>
            <a:endParaRPr sz="12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909019" y="8049385"/>
            <a:ext cx="1539875" cy="3829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1405"/>
              </a:lnSpc>
              <a:spcBef>
                <a:spcPts val="105"/>
              </a:spcBef>
              <a:tabLst>
                <a:tab pos="440690" algn="l"/>
              </a:tabLst>
            </a:pPr>
            <a:r>
              <a:rPr dirty="0" sz="1250" spc="-60">
                <a:solidFill>
                  <a:srgbClr val="72858E"/>
                </a:solidFill>
                <a:latin typeface="Arial"/>
                <a:cs typeface="Arial"/>
              </a:rPr>
              <a:t>'-</a:t>
            </a:r>
            <a:r>
              <a:rPr dirty="0" sz="1250" spc="-50">
                <a:solidFill>
                  <a:srgbClr val="72858E"/>
                </a:solidFill>
                <a:latin typeface="Arial"/>
                <a:cs typeface="Arial"/>
              </a:rPr>
              <a:t>-</a:t>
            </a:r>
            <a:r>
              <a:rPr dirty="0" sz="1250">
                <a:solidFill>
                  <a:srgbClr val="72858E"/>
                </a:solidFill>
                <a:latin typeface="Arial"/>
                <a:cs typeface="Arial"/>
              </a:rPr>
              <a:t>	</a:t>
            </a:r>
            <a:r>
              <a:rPr dirty="0" sz="1250" spc="-160">
                <a:solidFill>
                  <a:srgbClr val="2D3338"/>
                </a:solidFill>
                <a:latin typeface="Arial"/>
                <a:cs typeface="Arial"/>
              </a:rPr>
              <a:t>BASE</a:t>
            </a:r>
            <a:r>
              <a:rPr dirty="0" sz="1250" spc="-180">
                <a:solidFill>
                  <a:srgbClr val="2D3338"/>
                </a:solidFill>
                <a:latin typeface="Arial"/>
                <a:cs typeface="Arial"/>
              </a:rPr>
              <a:t> </a:t>
            </a:r>
            <a:r>
              <a:rPr dirty="0" sz="1250" spc="-220">
                <a:solidFill>
                  <a:srgbClr val="2D3338"/>
                </a:solidFill>
                <a:latin typeface="Arial"/>
                <a:cs typeface="Arial"/>
              </a:rPr>
              <a:t>GEAR</a:t>
            </a:r>
            <a:r>
              <a:rPr dirty="0" sz="1250" spc="-50">
                <a:solidFill>
                  <a:srgbClr val="2D3338"/>
                </a:solidFill>
                <a:latin typeface="Arial"/>
                <a:cs typeface="Arial"/>
              </a:rPr>
              <a:t> </a:t>
            </a:r>
            <a:r>
              <a:rPr dirty="0" sz="1250" spc="-155">
                <a:solidFill>
                  <a:srgbClr val="2D3338"/>
                </a:solidFill>
                <a:latin typeface="Arial"/>
                <a:cs typeface="Arial"/>
              </a:rPr>
              <a:t>ASSY</a:t>
            </a:r>
            <a:endParaRPr sz="1250">
              <a:latin typeface="Arial"/>
              <a:cs typeface="Arial"/>
            </a:endParaRPr>
          </a:p>
          <a:p>
            <a:pPr marL="516255" indent="-72390">
              <a:lnSpc>
                <a:spcPts val="1405"/>
              </a:lnSpc>
              <a:buClr>
                <a:srgbClr val="72858E"/>
              </a:buClr>
              <a:buChar char="•"/>
              <a:tabLst>
                <a:tab pos="516255" algn="l"/>
              </a:tabLst>
            </a:pPr>
            <a:r>
              <a:rPr dirty="0" sz="1250" spc="-35">
                <a:solidFill>
                  <a:srgbClr val="444B50"/>
                </a:solidFill>
                <a:latin typeface="Arial"/>
                <a:cs typeface="Arial"/>
              </a:rPr>
              <a:t>PYT</a:t>
            </a:r>
            <a:r>
              <a:rPr dirty="0" sz="1250" spc="-35">
                <a:solidFill>
                  <a:srgbClr val="57626B"/>
                </a:solidFill>
                <a:latin typeface="Arial"/>
                <a:cs typeface="Arial"/>
              </a:rPr>
              <a:t>H</a:t>
            </a:r>
            <a:r>
              <a:rPr dirty="0" sz="1250" spc="-35">
                <a:solidFill>
                  <a:srgbClr val="444B50"/>
                </a:solidFill>
                <a:latin typeface="Arial"/>
                <a:cs typeface="Arial"/>
              </a:rPr>
              <a:t>ONv</a:t>
            </a:r>
            <a:r>
              <a:rPr dirty="0" sz="1250" spc="-35">
                <a:solidFill>
                  <a:srgbClr val="57626B"/>
                </a:solidFill>
                <a:latin typeface="Arial"/>
                <a:cs typeface="Arial"/>
              </a:rPr>
              <a:t>3.</a:t>
            </a:r>
            <a:r>
              <a:rPr dirty="0" sz="1250" spc="-35">
                <a:solidFill>
                  <a:srgbClr val="444B50"/>
                </a:solidFill>
                <a:latin typeface="Arial"/>
                <a:cs typeface="Arial"/>
              </a:rPr>
              <a:t>11</a:t>
            </a:r>
            <a:endParaRPr sz="12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023142" y="8700458"/>
            <a:ext cx="13458190" cy="492759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700" spc="45">
                <a:solidFill>
                  <a:srgbClr val="1F1F1C"/>
                </a:solidFill>
                <a:latin typeface="Times New Roman"/>
                <a:cs typeface="Times New Roman"/>
              </a:rPr>
              <a:t>Understanding</a:t>
            </a:r>
            <a:r>
              <a:rPr dirty="0" sz="2700" spc="210">
                <a:solidFill>
                  <a:srgbClr val="1F1F1C"/>
                </a:solidFill>
                <a:latin typeface="Times New Roman"/>
                <a:cs typeface="Times New Roman"/>
              </a:rPr>
              <a:t> </a:t>
            </a:r>
            <a:r>
              <a:rPr dirty="0" sz="2700">
                <a:solidFill>
                  <a:srgbClr val="1F1F1C"/>
                </a:solidFill>
                <a:latin typeface="Times New Roman"/>
                <a:cs typeface="Times New Roman"/>
              </a:rPr>
              <a:t>the</a:t>
            </a:r>
            <a:r>
              <a:rPr dirty="0" sz="2700" spc="-55">
                <a:solidFill>
                  <a:srgbClr val="1F1F1C"/>
                </a:solidFill>
                <a:latin typeface="Times New Roman"/>
                <a:cs typeface="Times New Roman"/>
              </a:rPr>
              <a:t> </a:t>
            </a:r>
            <a:r>
              <a:rPr dirty="0" sz="2650" spc="75" i="1">
                <a:solidFill>
                  <a:srgbClr val="1F1F1C"/>
                </a:solidFill>
                <a:latin typeface="Times New Roman"/>
                <a:cs typeface="Times New Roman"/>
              </a:rPr>
              <a:t>*Why</a:t>
            </a:r>
            <a:r>
              <a:rPr dirty="0" sz="2650" spc="75" i="1">
                <a:solidFill>
                  <a:srgbClr val="2D3338"/>
                </a:solidFill>
                <a:latin typeface="Times New Roman"/>
                <a:cs typeface="Times New Roman"/>
              </a:rPr>
              <a:t>*</a:t>
            </a:r>
            <a:r>
              <a:rPr dirty="0" sz="2650" i="1">
                <a:solidFill>
                  <a:srgbClr val="2D3338"/>
                </a:solidFill>
                <a:latin typeface="Times New Roman"/>
                <a:cs typeface="Times New Roman"/>
              </a:rPr>
              <a:t> </a:t>
            </a:r>
            <a:r>
              <a:rPr dirty="0" sz="2700">
                <a:solidFill>
                  <a:srgbClr val="1F1F1C"/>
                </a:solidFill>
                <a:latin typeface="Times New Roman"/>
                <a:cs typeface="Times New Roman"/>
              </a:rPr>
              <a:t>Behind</a:t>
            </a:r>
            <a:r>
              <a:rPr dirty="0" sz="2700" spc="80">
                <a:solidFill>
                  <a:srgbClr val="1F1F1C"/>
                </a:solidFill>
                <a:latin typeface="Times New Roman"/>
                <a:cs typeface="Times New Roman"/>
              </a:rPr>
              <a:t> </a:t>
            </a:r>
            <a:r>
              <a:rPr dirty="0" sz="2700">
                <a:solidFill>
                  <a:srgbClr val="1F1F1C"/>
                </a:solidFill>
                <a:latin typeface="Times New Roman"/>
                <a:cs typeface="Times New Roman"/>
              </a:rPr>
              <a:t>the</a:t>
            </a:r>
            <a:r>
              <a:rPr dirty="0" sz="2700" spc="220">
                <a:solidFill>
                  <a:srgbClr val="1F1F1C"/>
                </a:solidFill>
                <a:latin typeface="Times New Roman"/>
                <a:cs typeface="Times New Roman"/>
              </a:rPr>
              <a:t> </a:t>
            </a:r>
            <a:r>
              <a:rPr dirty="0" sz="2700">
                <a:solidFill>
                  <a:srgbClr val="1F1F1C"/>
                </a:solidFill>
                <a:latin typeface="Times New Roman"/>
                <a:cs typeface="Times New Roman"/>
              </a:rPr>
              <a:t>Workflow</a:t>
            </a:r>
            <a:r>
              <a:rPr dirty="0" sz="2700">
                <a:solidFill>
                  <a:srgbClr val="2D3338"/>
                </a:solidFill>
                <a:latin typeface="Times New Roman"/>
                <a:cs typeface="Times New Roman"/>
              </a:rPr>
              <a:t>:</a:t>
            </a:r>
            <a:r>
              <a:rPr dirty="0" sz="2700" spc="-240">
                <a:solidFill>
                  <a:srgbClr val="2D3338"/>
                </a:solidFill>
                <a:latin typeface="Times New Roman"/>
                <a:cs typeface="Times New Roman"/>
              </a:rPr>
              <a:t> </a:t>
            </a:r>
            <a:r>
              <a:rPr dirty="0" sz="2700">
                <a:solidFill>
                  <a:srgbClr val="2F547C"/>
                </a:solidFill>
                <a:latin typeface="Times New Roman"/>
                <a:cs typeface="Times New Roman"/>
              </a:rPr>
              <a:t>Quarto</a:t>
            </a:r>
            <a:r>
              <a:rPr dirty="0" sz="2700" spc="110">
                <a:solidFill>
                  <a:srgbClr val="2F547C"/>
                </a:solidFill>
                <a:latin typeface="Times New Roman"/>
                <a:cs typeface="Times New Roman"/>
              </a:rPr>
              <a:t> </a:t>
            </a:r>
            <a:r>
              <a:rPr dirty="0" sz="3050">
                <a:solidFill>
                  <a:srgbClr val="2D3338"/>
                </a:solidFill>
                <a:latin typeface="Arial"/>
                <a:cs typeface="Arial"/>
              </a:rPr>
              <a:t>I</a:t>
            </a:r>
            <a:r>
              <a:rPr dirty="0" sz="3050" spc="-165">
                <a:solidFill>
                  <a:srgbClr val="2D3338"/>
                </a:solidFill>
                <a:latin typeface="Arial"/>
                <a:cs typeface="Arial"/>
              </a:rPr>
              <a:t> </a:t>
            </a:r>
            <a:r>
              <a:rPr dirty="0" sz="2700">
                <a:solidFill>
                  <a:srgbClr val="2F547C"/>
                </a:solidFill>
                <a:latin typeface="Times New Roman"/>
                <a:cs typeface="Times New Roman"/>
              </a:rPr>
              <a:t>Python</a:t>
            </a:r>
            <a:r>
              <a:rPr dirty="0" sz="2700" spc="125">
                <a:solidFill>
                  <a:srgbClr val="2F547C"/>
                </a:solidFill>
                <a:latin typeface="Times New Roman"/>
                <a:cs typeface="Times New Roman"/>
              </a:rPr>
              <a:t> </a:t>
            </a:r>
            <a:r>
              <a:rPr dirty="0" sz="3050">
                <a:solidFill>
                  <a:srgbClr val="1F1F1C"/>
                </a:solidFill>
                <a:latin typeface="Arial"/>
                <a:cs typeface="Arial"/>
              </a:rPr>
              <a:t>I</a:t>
            </a:r>
            <a:r>
              <a:rPr dirty="0" sz="3050" spc="-190">
                <a:solidFill>
                  <a:srgbClr val="1F1F1C"/>
                </a:solidFill>
                <a:latin typeface="Arial"/>
                <a:cs typeface="Arial"/>
              </a:rPr>
              <a:t> </a:t>
            </a:r>
            <a:r>
              <a:rPr dirty="0" sz="2700">
                <a:solidFill>
                  <a:srgbClr val="2F547C"/>
                </a:solidFill>
                <a:latin typeface="Times New Roman"/>
                <a:cs typeface="Times New Roman"/>
              </a:rPr>
              <a:t>Environmental</a:t>
            </a:r>
            <a:r>
              <a:rPr dirty="0" sz="2700" spc="310">
                <a:solidFill>
                  <a:srgbClr val="2F547C"/>
                </a:solidFill>
                <a:latin typeface="Times New Roman"/>
                <a:cs typeface="Times New Roman"/>
              </a:rPr>
              <a:t> </a:t>
            </a:r>
            <a:r>
              <a:rPr dirty="0" sz="2700" spc="-10">
                <a:solidFill>
                  <a:srgbClr val="2F547C"/>
                </a:solidFill>
                <a:latin typeface="Times New Roman"/>
                <a:cs typeface="Times New Roman"/>
              </a:rPr>
              <a:t>Architecture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-74472" y="9121742"/>
            <a:ext cx="1647825" cy="6000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750" spc="575">
                <a:solidFill>
                  <a:srgbClr val="72858E"/>
                </a:solidFill>
                <a:latin typeface="Courier New"/>
                <a:cs typeface="Courier New"/>
              </a:rPr>
              <a:t>�L+</a:t>
            </a:r>
            <a:r>
              <a:rPr dirty="0" sz="3750" spc="575">
                <a:solidFill>
                  <a:srgbClr val="57626B"/>
                </a:solidFill>
                <a:latin typeface="Courier New"/>
                <a:cs typeface="Courier New"/>
              </a:rPr>
              <a:t>1</a:t>
            </a:r>
            <a:endParaRPr sz="3750">
              <a:latin typeface="Courier New"/>
              <a:cs typeface="Courier New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561890" y="9478240"/>
            <a:ext cx="14205585" cy="0"/>
          </a:xfrm>
          <a:custGeom>
            <a:avLst/>
            <a:gdLst/>
            <a:ahLst/>
            <a:cxnLst/>
            <a:rect l="l" t="t" r="r" b="b"/>
            <a:pathLst>
              <a:path w="14205585" h="0">
                <a:moveTo>
                  <a:pt x="0" y="0"/>
                </a:moveTo>
                <a:lnTo>
                  <a:pt x="14205279" y="0"/>
                </a:lnTo>
              </a:path>
            </a:pathLst>
          </a:custGeom>
          <a:ln w="28180">
            <a:solidFill>
              <a:srgbClr val="71848D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16148380" y="9096209"/>
            <a:ext cx="1263015" cy="6000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50" spc="-55">
                <a:solidFill>
                  <a:srgbClr val="2D3338"/>
                </a:solidFill>
                <a:latin typeface="Arial"/>
                <a:cs typeface="Arial"/>
              </a:rPr>
              <a:t>I'S\</a:t>
            </a:r>
            <a:r>
              <a:rPr dirty="0" sz="1250" spc="-10">
                <a:solidFill>
                  <a:srgbClr val="2D3338"/>
                </a:solidFill>
                <a:latin typeface="Arial"/>
                <a:cs typeface="Arial"/>
              </a:rPr>
              <a:t> </a:t>
            </a:r>
            <a:r>
              <a:rPr dirty="0" sz="1350" spc="-35" b="1">
                <a:solidFill>
                  <a:srgbClr val="1F1F1C"/>
                </a:solidFill>
                <a:latin typeface="Arial"/>
                <a:cs typeface="Arial"/>
              </a:rPr>
              <a:t>N</a:t>
            </a:r>
            <a:r>
              <a:rPr dirty="0" sz="1350" spc="-35" b="1">
                <a:solidFill>
                  <a:srgbClr val="2D3338"/>
                </a:solidFill>
                <a:latin typeface="Arial"/>
                <a:cs typeface="Arial"/>
              </a:rPr>
              <a:t>ote</a:t>
            </a:r>
            <a:r>
              <a:rPr dirty="0" sz="1350" spc="-370" b="1">
                <a:solidFill>
                  <a:srgbClr val="2D3338"/>
                </a:solidFill>
                <a:latin typeface="Arial"/>
                <a:cs typeface="Arial"/>
              </a:rPr>
              <a:t>b</a:t>
            </a:r>
            <a:r>
              <a:rPr dirty="0" baseline="-2962" sz="5625" spc="-3007">
                <a:solidFill>
                  <a:srgbClr val="66747E"/>
                </a:solidFill>
                <a:latin typeface="Courier New"/>
                <a:cs typeface="Courier New"/>
              </a:rPr>
              <a:t>+</a:t>
            </a:r>
            <a:r>
              <a:rPr dirty="0" sz="1350" spc="-45" b="1">
                <a:solidFill>
                  <a:srgbClr val="2D3338"/>
                </a:solidFill>
                <a:latin typeface="Arial"/>
                <a:cs typeface="Arial"/>
              </a:rPr>
              <a:t>o</a:t>
            </a:r>
            <a:r>
              <a:rPr dirty="0" sz="1350" spc="-25" b="1">
                <a:solidFill>
                  <a:srgbClr val="2D3338"/>
                </a:solidFill>
                <a:latin typeface="Arial"/>
                <a:cs typeface="Arial"/>
              </a:rPr>
              <a:t>o</a:t>
            </a:r>
            <a:r>
              <a:rPr dirty="0" sz="1350" spc="-270" b="1">
                <a:solidFill>
                  <a:srgbClr val="1F1F1C"/>
                </a:solidFill>
                <a:latin typeface="Arial"/>
                <a:cs typeface="Arial"/>
              </a:rPr>
              <a:t>k</a:t>
            </a:r>
            <a:r>
              <a:rPr dirty="0" baseline="-2962" sz="5625" spc="-3135">
                <a:solidFill>
                  <a:srgbClr val="66747E"/>
                </a:solidFill>
                <a:latin typeface="Courier New"/>
                <a:cs typeface="Courier New"/>
              </a:rPr>
              <a:t>T</a:t>
            </a:r>
            <a:r>
              <a:rPr dirty="0" sz="1350" spc="-35" b="1">
                <a:solidFill>
                  <a:srgbClr val="2D3338"/>
                </a:solidFill>
                <a:latin typeface="Arial"/>
                <a:cs typeface="Arial"/>
              </a:rPr>
              <a:t>L</a:t>
            </a:r>
            <a:r>
              <a:rPr dirty="0" sz="1350" spc="-35" b="1">
                <a:solidFill>
                  <a:srgbClr val="1F1F1C"/>
                </a:solidFill>
                <a:latin typeface="Arial"/>
                <a:cs typeface="Arial"/>
              </a:rPr>
              <a:t>M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73691" y="2042848"/>
            <a:ext cx="6623684" cy="5285740"/>
            <a:chOff x="1273691" y="2042848"/>
            <a:chExt cx="6623684" cy="5285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73691" y="2042848"/>
              <a:ext cx="6623198" cy="520858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50112" y="6919515"/>
              <a:ext cx="764215" cy="408516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78161" y="2144976"/>
            <a:ext cx="6877936" cy="5208587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78316" y="7787611"/>
            <a:ext cx="0" cy="817244"/>
          </a:xfrm>
          <a:custGeom>
            <a:avLst/>
            <a:gdLst/>
            <a:ahLst/>
            <a:cxnLst/>
            <a:rect l="l" t="t" r="r" b="b"/>
            <a:pathLst>
              <a:path w="0" h="817245">
                <a:moveTo>
                  <a:pt x="0" y="817033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31159" y="230055"/>
            <a:ext cx="0" cy="9166225"/>
          </a:xfrm>
          <a:custGeom>
            <a:avLst/>
            <a:gdLst/>
            <a:ahLst/>
            <a:cxnLst/>
            <a:rect l="l" t="t" r="r" b="b"/>
            <a:pathLst>
              <a:path w="0" h="9166225">
                <a:moveTo>
                  <a:pt x="0" y="9166089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09476" y="1583266"/>
            <a:ext cx="0" cy="6562090"/>
          </a:xfrm>
          <a:custGeom>
            <a:avLst/>
            <a:gdLst/>
            <a:ahLst/>
            <a:cxnLst/>
            <a:rect l="l" t="t" r="r" b="b"/>
            <a:pathLst>
              <a:path w="0" h="6562090">
                <a:moveTo>
                  <a:pt x="0" y="6561796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09476" y="766233"/>
            <a:ext cx="0" cy="741045"/>
          </a:xfrm>
          <a:custGeom>
            <a:avLst/>
            <a:gdLst/>
            <a:ahLst/>
            <a:cxnLst/>
            <a:rect l="l" t="t" r="r" b="b"/>
            <a:pathLst>
              <a:path w="0" h="741044">
                <a:moveTo>
                  <a:pt x="0" y="740436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750263" y="1506669"/>
            <a:ext cx="0" cy="6740525"/>
          </a:xfrm>
          <a:custGeom>
            <a:avLst/>
            <a:gdLst/>
            <a:ahLst/>
            <a:cxnLst/>
            <a:rect l="l" t="t" r="r" b="b"/>
            <a:pathLst>
              <a:path w="0" h="6740525">
                <a:moveTo>
                  <a:pt x="0" y="6740522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1" name="object 11"/>
          <p:cNvGrpSpPr/>
          <p:nvPr/>
        </p:nvGrpSpPr>
        <p:grpSpPr>
          <a:xfrm>
            <a:off x="331159" y="230055"/>
            <a:ext cx="16863695" cy="8349615"/>
            <a:chOff x="331159" y="230055"/>
            <a:chExt cx="16863695" cy="8349615"/>
          </a:xfrm>
        </p:grpSpPr>
        <p:sp>
          <p:nvSpPr>
            <p:cNvPr id="12" name="object 12"/>
            <p:cNvSpPr/>
            <p:nvPr/>
          </p:nvSpPr>
          <p:spPr>
            <a:xfrm>
              <a:off x="17169367" y="230055"/>
              <a:ext cx="0" cy="8279765"/>
            </a:xfrm>
            <a:custGeom>
              <a:avLst/>
              <a:gdLst/>
              <a:ahLst/>
              <a:cxnLst/>
              <a:rect l="l" t="t" r="r" b="b"/>
              <a:pathLst>
                <a:path w="0" h="8279765">
                  <a:moveTo>
                    <a:pt x="0" y="0"/>
                  </a:moveTo>
                  <a:lnTo>
                    <a:pt x="0" y="8279381"/>
                  </a:lnTo>
                </a:path>
              </a:pathLst>
            </a:custGeom>
            <a:ln w="254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31159" y="242821"/>
              <a:ext cx="16863695" cy="7315200"/>
            </a:xfrm>
            <a:custGeom>
              <a:avLst/>
              <a:gdLst/>
              <a:ahLst/>
              <a:cxnLst/>
              <a:rect l="l" t="t" r="r" b="b"/>
              <a:pathLst>
                <a:path w="16863695" h="7315200">
                  <a:moveTo>
                    <a:pt x="0" y="0"/>
                  </a:moveTo>
                  <a:lnTo>
                    <a:pt x="16863681" y="0"/>
                  </a:lnTo>
                </a:path>
                <a:path w="16863695" h="7315200">
                  <a:moveTo>
                    <a:pt x="1324639" y="7314999"/>
                  </a:moveTo>
                  <a:lnTo>
                    <a:pt x="1783168" y="7314999"/>
                  </a:lnTo>
                </a:path>
              </a:pathLst>
            </a:custGeom>
            <a:ln w="255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31159" y="8566345"/>
              <a:ext cx="16677640" cy="0"/>
            </a:xfrm>
            <a:custGeom>
              <a:avLst/>
              <a:gdLst/>
              <a:ahLst/>
              <a:cxnLst/>
              <a:rect l="l" t="t" r="r" b="b"/>
              <a:pathLst>
                <a:path w="16677640" h="0">
                  <a:moveTo>
                    <a:pt x="0" y="0"/>
                  </a:moveTo>
                  <a:lnTo>
                    <a:pt x="16677225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7190771" y="8553579"/>
              <a:ext cx="0" cy="26034"/>
            </a:xfrm>
            <a:custGeom>
              <a:avLst/>
              <a:gdLst/>
              <a:ahLst/>
              <a:cxnLst/>
              <a:rect l="l" t="t" r="r" b="b"/>
              <a:pathLst>
                <a:path w="0" h="26034">
                  <a:moveTo>
                    <a:pt x="0" y="0"/>
                  </a:moveTo>
                  <a:lnTo>
                    <a:pt x="0" y="25532"/>
                  </a:lnTo>
                </a:path>
              </a:pathLst>
            </a:custGeom>
            <a:ln w="813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/>
          <p:nvPr/>
        </p:nvSpPr>
        <p:spPr>
          <a:xfrm>
            <a:off x="331159" y="9370612"/>
            <a:ext cx="15794355" cy="0"/>
          </a:xfrm>
          <a:custGeom>
            <a:avLst/>
            <a:gdLst/>
            <a:ahLst/>
            <a:cxnLst/>
            <a:rect l="l" t="t" r="r" b="b"/>
            <a:pathLst>
              <a:path w="15794355" h="0">
                <a:moveTo>
                  <a:pt x="0" y="0"/>
                </a:moveTo>
                <a:lnTo>
                  <a:pt x="15793780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xfrm>
            <a:off x="2735538" y="415230"/>
            <a:ext cx="12005310" cy="722630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550" spc="150">
                <a:solidFill>
                  <a:srgbClr val="1F1F1F"/>
                </a:solidFill>
              </a:rPr>
              <a:t>Moving</a:t>
            </a:r>
            <a:r>
              <a:rPr dirty="0" sz="4550" spc="-220">
                <a:solidFill>
                  <a:srgbClr val="1F1F1F"/>
                </a:solidFill>
              </a:rPr>
              <a:t> </a:t>
            </a:r>
            <a:r>
              <a:rPr dirty="0" sz="4550" spc="50">
                <a:solidFill>
                  <a:srgbClr val="1F1F1F"/>
                </a:solidFill>
              </a:rPr>
              <a:t>Beyond</a:t>
            </a:r>
            <a:r>
              <a:rPr dirty="0" sz="4550" spc="-25">
                <a:solidFill>
                  <a:srgbClr val="1F1F1F"/>
                </a:solidFill>
              </a:rPr>
              <a:t> </a:t>
            </a:r>
            <a:r>
              <a:rPr dirty="0" sz="4550" spc="60">
                <a:solidFill>
                  <a:srgbClr val="1F1F1F"/>
                </a:solidFill>
              </a:rPr>
              <a:t>''It</a:t>
            </a:r>
            <a:r>
              <a:rPr dirty="0" sz="4550" spc="-155">
                <a:solidFill>
                  <a:srgbClr val="1F1F1F"/>
                </a:solidFill>
              </a:rPr>
              <a:t> </a:t>
            </a:r>
            <a:r>
              <a:rPr dirty="0" sz="4550" spc="105">
                <a:solidFill>
                  <a:srgbClr val="1F1F1F"/>
                </a:solidFill>
              </a:rPr>
              <a:t>Works</a:t>
            </a:r>
            <a:r>
              <a:rPr dirty="0" sz="4550" spc="-175">
                <a:solidFill>
                  <a:srgbClr val="1F1F1F"/>
                </a:solidFill>
              </a:rPr>
              <a:t> </a:t>
            </a:r>
            <a:r>
              <a:rPr dirty="0" sz="4550" spc="190">
                <a:solidFill>
                  <a:srgbClr val="1F1F1F"/>
                </a:solidFill>
              </a:rPr>
              <a:t>on</a:t>
            </a:r>
            <a:r>
              <a:rPr dirty="0" sz="4550" spc="-445">
                <a:solidFill>
                  <a:srgbClr val="1F1F1F"/>
                </a:solidFill>
              </a:rPr>
              <a:t> </a:t>
            </a:r>
            <a:r>
              <a:rPr dirty="0" sz="4550" spc="215">
                <a:solidFill>
                  <a:srgbClr val="1F1F1F"/>
                </a:solidFill>
              </a:rPr>
              <a:t>My</a:t>
            </a:r>
            <a:r>
              <a:rPr dirty="0" sz="4550" spc="-10">
                <a:solidFill>
                  <a:srgbClr val="1F1F1F"/>
                </a:solidFill>
              </a:rPr>
              <a:t> </a:t>
            </a:r>
            <a:r>
              <a:rPr dirty="0" sz="4550" spc="95">
                <a:solidFill>
                  <a:srgbClr val="1F1F1F"/>
                </a:solidFill>
              </a:rPr>
              <a:t>Machine''</a:t>
            </a:r>
            <a:endParaRPr sz="4550"/>
          </a:p>
        </p:txBody>
      </p:sp>
      <p:sp>
        <p:nvSpPr>
          <p:cNvPr id="18" name="object 18"/>
          <p:cNvSpPr txBox="1"/>
          <p:nvPr/>
        </p:nvSpPr>
        <p:spPr>
          <a:xfrm>
            <a:off x="2500383" y="1410989"/>
            <a:ext cx="4027804" cy="5080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150" spc="125" b="1">
                <a:solidFill>
                  <a:srgbClr val="1F1F1F"/>
                </a:solidFill>
                <a:latin typeface="Arial"/>
                <a:cs typeface="Arial"/>
              </a:rPr>
              <a:t>The</a:t>
            </a:r>
            <a:r>
              <a:rPr dirty="0" sz="3150" spc="-90" b="1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3150" spc="80" b="1">
                <a:solidFill>
                  <a:srgbClr val="1F1F1F"/>
                </a:solidFill>
                <a:latin typeface="Arial"/>
                <a:cs typeface="Arial"/>
              </a:rPr>
              <a:t>Ad-</a:t>
            </a:r>
            <a:r>
              <a:rPr dirty="0" sz="3150" spc="95" b="1">
                <a:solidFill>
                  <a:srgbClr val="1F1F1F"/>
                </a:solidFill>
                <a:latin typeface="Arial"/>
                <a:cs typeface="Arial"/>
              </a:rPr>
              <a:t>Hoc</a:t>
            </a:r>
            <a:r>
              <a:rPr dirty="0" sz="3150" spc="-45" b="1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3150" spc="130" b="1">
                <a:solidFill>
                  <a:srgbClr val="1F1F1F"/>
                </a:solidFill>
                <a:latin typeface="Arial"/>
                <a:cs typeface="Arial"/>
              </a:rPr>
              <a:t>Method</a:t>
            </a:r>
            <a:endParaRPr sz="31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86491" y="6582616"/>
            <a:ext cx="216535" cy="392430"/>
          </a:xfrm>
          <a:prstGeom prst="rect">
            <a:avLst/>
          </a:prstGeom>
          <a:solidFill>
            <a:srgbClr val="F7F4EB"/>
          </a:solidFill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250" spc="60">
                <a:solidFill>
                  <a:srgbClr val="C3C6C3"/>
                </a:solidFill>
                <a:latin typeface="Arial"/>
                <a:cs typeface="Arial"/>
              </a:rPr>
              <a:t>-</a:t>
            </a:r>
            <a:r>
              <a:rPr dirty="0" sz="2250" spc="10">
                <a:solidFill>
                  <a:srgbClr val="C3C6C3"/>
                </a:solidFill>
                <a:latin typeface="Arial"/>
                <a:cs typeface="Arial"/>
              </a:rPr>
              <a:t>-</a:t>
            </a:r>
            <a:endParaRPr sz="225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760255" y="6788317"/>
            <a:ext cx="38735" cy="120650"/>
          </a:xfrm>
          <a:custGeom>
            <a:avLst/>
            <a:gdLst/>
            <a:ahLst/>
            <a:cxnLst/>
            <a:rect l="l" t="t" r="r" b="b"/>
            <a:pathLst>
              <a:path w="38735" h="120650">
                <a:moveTo>
                  <a:pt x="38210" y="120299"/>
                </a:moveTo>
                <a:lnTo>
                  <a:pt x="0" y="120299"/>
                </a:lnTo>
                <a:lnTo>
                  <a:pt x="0" y="0"/>
                </a:lnTo>
                <a:lnTo>
                  <a:pt x="38210" y="0"/>
                </a:lnTo>
                <a:lnTo>
                  <a:pt x="38210" y="120299"/>
                </a:lnTo>
                <a:close/>
              </a:path>
            </a:pathLst>
          </a:custGeom>
          <a:solidFill>
            <a:srgbClr val="F7F4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2747556" y="6779153"/>
            <a:ext cx="57785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50">
                <a:solidFill>
                  <a:srgbClr val="C3C6C3"/>
                </a:solidFill>
                <a:latin typeface="Times New Roman"/>
                <a:cs typeface="Times New Roman"/>
              </a:rPr>
              <a:t>-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748013" y="6851650"/>
            <a:ext cx="226060" cy="139700"/>
          </a:xfrm>
          <a:custGeom>
            <a:avLst/>
            <a:gdLst/>
            <a:ahLst/>
            <a:cxnLst/>
            <a:rect l="l" t="t" r="r" b="b"/>
            <a:pathLst>
              <a:path w="226060" h="139700">
                <a:moveTo>
                  <a:pt x="127368" y="0"/>
                </a:moveTo>
                <a:lnTo>
                  <a:pt x="0" y="0"/>
                </a:lnTo>
                <a:lnTo>
                  <a:pt x="0" y="139331"/>
                </a:lnTo>
                <a:lnTo>
                  <a:pt x="127368" y="139331"/>
                </a:lnTo>
                <a:lnTo>
                  <a:pt x="127368" y="0"/>
                </a:lnTo>
                <a:close/>
              </a:path>
              <a:path w="226060" h="139700">
                <a:moveTo>
                  <a:pt x="226047" y="33172"/>
                </a:moveTo>
                <a:lnTo>
                  <a:pt x="162356" y="33172"/>
                </a:lnTo>
                <a:lnTo>
                  <a:pt x="162356" y="128968"/>
                </a:lnTo>
                <a:lnTo>
                  <a:pt x="226047" y="128968"/>
                </a:lnTo>
                <a:lnTo>
                  <a:pt x="226047" y="33172"/>
                </a:lnTo>
                <a:close/>
              </a:path>
            </a:pathLst>
          </a:custGeom>
          <a:solidFill>
            <a:srgbClr val="F7F4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2735315" y="6842985"/>
            <a:ext cx="23431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>
                <a:solidFill>
                  <a:srgbClr val="C3C6C3"/>
                </a:solidFill>
                <a:latin typeface="Arial"/>
                <a:cs typeface="Arial"/>
              </a:rPr>
              <a:t>--</a:t>
            </a:r>
            <a:r>
              <a:rPr dirty="0" sz="800" spc="150">
                <a:solidFill>
                  <a:srgbClr val="C3C6C3"/>
                </a:solidFill>
                <a:latin typeface="Arial"/>
                <a:cs typeface="Arial"/>
              </a:rPr>
              <a:t>  </a:t>
            </a:r>
            <a:r>
              <a:rPr dirty="0" sz="550" spc="-25">
                <a:solidFill>
                  <a:srgbClr val="C3C6C3"/>
                </a:solidFill>
                <a:latin typeface="Arial"/>
                <a:cs typeface="Arial"/>
              </a:rPr>
              <a:t>.-</a:t>
            </a:r>
            <a:endParaRPr sz="55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434314" y="7066143"/>
            <a:ext cx="127635" cy="223520"/>
          </a:xfrm>
          <a:custGeom>
            <a:avLst/>
            <a:gdLst/>
            <a:ahLst/>
            <a:cxnLst/>
            <a:rect l="l" t="t" r="r" b="b"/>
            <a:pathLst>
              <a:path w="127634" h="223520">
                <a:moveTo>
                  <a:pt x="127369" y="223413"/>
                </a:moveTo>
                <a:lnTo>
                  <a:pt x="0" y="223413"/>
                </a:lnTo>
                <a:lnTo>
                  <a:pt x="0" y="0"/>
                </a:lnTo>
                <a:lnTo>
                  <a:pt x="127369" y="0"/>
                </a:lnTo>
                <a:lnTo>
                  <a:pt x="127369" y="223413"/>
                </a:lnTo>
                <a:close/>
              </a:path>
            </a:pathLst>
          </a:custGeom>
          <a:solidFill>
            <a:srgbClr val="F7F4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1421615" y="7060010"/>
            <a:ext cx="165100" cy="224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00" spc="-150">
                <a:solidFill>
                  <a:srgbClr val="AFB3B3"/>
                </a:solidFill>
                <a:latin typeface="Times New Roman"/>
                <a:cs typeface="Times New Roman"/>
              </a:rPr>
              <a:t>�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120276" y="7066143"/>
            <a:ext cx="214629" cy="223520"/>
          </a:xfrm>
          <a:custGeom>
            <a:avLst/>
            <a:gdLst/>
            <a:ahLst/>
            <a:cxnLst/>
            <a:rect l="l" t="t" r="r" b="b"/>
            <a:pathLst>
              <a:path w="214630" h="223520">
                <a:moveTo>
                  <a:pt x="214398" y="223413"/>
                </a:moveTo>
                <a:lnTo>
                  <a:pt x="0" y="223413"/>
                </a:lnTo>
                <a:lnTo>
                  <a:pt x="0" y="0"/>
                </a:lnTo>
                <a:lnTo>
                  <a:pt x="214398" y="0"/>
                </a:lnTo>
                <a:lnTo>
                  <a:pt x="214398" y="223413"/>
                </a:lnTo>
                <a:close/>
              </a:path>
            </a:pathLst>
          </a:custGeom>
          <a:solidFill>
            <a:srgbClr val="F7F4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502384" y="7066143"/>
            <a:ext cx="917575" cy="223520"/>
          </a:xfrm>
          <a:custGeom>
            <a:avLst/>
            <a:gdLst/>
            <a:ahLst/>
            <a:cxnLst/>
            <a:rect l="l" t="t" r="r" b="b"/>
            <a:pathLst>
              <a:path w="917575" h="223520">
                <a:moveTo>
                  <a:pt x="917058" y="223413"/>
                </a:moveTo>
                <a:lnTo>
                  <a:pt x="0" y="223413"/>
                </a:lnTo>
                <a:lnTo>
                  <a:pt x="0" y="0"/>
                </a:lnTo>
                <a:lnTo>
                  <a:pt x="917058" y="0"/>
                </a:lnTo>
                <a:lnTo>
                  <a:pt x="917058" y="223413"/>
                </a:lnTo>
                <a:close/>
              </a:path>
            </a:pathLst>
          </a:custGeom>
          <a:solidFill>
            <a:srgbClr val="F7F4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2107576" y="7060010"/>
            <a:ext cx="1360170" cy="224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59740" algn="l"/>
              </a:tabLst>
            </a:pPr>
            <a:r>
              <a:rPr dirty="0" sz="1300">
                <a:solidFill>
                  <a:srgbClr val="AFB3B3"/>
                </a:solidFill>
                <a:latin typeface="Times New Roman"/>
                <a:cs typeface="Times New Roman"/>
              </a:rPr>
              <a:t>--</a:t>
            </a:r>
            <a:r>
              <a:rPr dirty="0" sz="1300" spc="80">
                <a:solidFill>
                  <a:srgbClr val="AFB3B3"/>
                </a:solidFill>
                <a:latin typeface="Times New Roman"/>
                <a:cs typeface="Times New Roman"/>
              </a:rPr>
              <a:t> </a:t>
            </a:r>
            <a:r>
              <a:rPr dirty="0" sz="1300" spc="-50">
                <a:solidFill>
                  <a:srgbClr val="C3C6C3"/>
                </a:solidFill>
                <a:latin typeface="Times New Roman"/>
                <a:cs typeface="Times New Roman"/>
              </a:rPr>
              <a:t>'</a:t>
            </a:r>
            <a:r>
              <a:rPr dirty="0" sz="1300">
                <a:solidFill>
                  <a:srgbClr val="C3C6C3"/>
                </a:solidFill>
                <a:latin typeface="Times New Roman"/>
                <a:cs typeface="Times New Roman"/>
              </a:rPr>
              <a:t>	</a:t>
            </a:r>
            <a:r>
              <a:rPr dirty="0" sz="1300" spc="70">
                <a:solidFill>
                  <a:srgbClr val="AFB3B3"/>
                </a:solidFill>
                <a:latin typeface="Times New Roman"/>
                <a:cs typeface="Times New Roman"/>
              </a:rPr>
              <a:t>---------</a:t>
            </a:r>
            <a:r>
              <a:rPr dirty="0" sz="1300" spc="55">
                <a:solidFill>
                  <a:srgbClr val="AFB3B3"/>
                </a:solidFill>
                <a:latin typeface="Times New Roman"/>
                <a:cs typeface="Times New Roman"/>
              </a:rPr>
              <a:t>•s:t.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502383" y="7090781"/>
            <a:ext cx="65405" cy="1841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425"/>
              </a:lnSpc>
            </a:pPr>
            <a:r>
              <a:rPr dirty="0" sz="1300" spc="20">
                <a:solidFill>
                  <a:srgbClr val="AFB3B3"/>
                </a:solidFill>
                <a:latin typeface="Times New Roman"/>
                <a:cs typeface="Times New Roman"/>
              </a:rPr>
              <a:t>-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708428" y="7058569"/>
            <a:ext cx="76835" cy="487680"/>
          </a:xfrm>
          <a:custGeom>
            <a:avLst/>
            <a:gdLst/>
            <a:ahLst/>
            <a:cxnLst/>
            <a:rect l="l" t="t" r="r" b="b"/>
            <a:pathLst>
              <a:path w="76835" h="487679">
                <a:moveTo>
                  <a:pt x="76421" y="487656"/>
                </a:moveTo>
                <a:lnTo>
                  <a:pt x="0" y="487656"/>
                </a:lnTo>
                <a:lnTo>
                  <a:pt x="0" y="0"/>
                </a:lnTo>
                <a:lnTo>
                  <a:pt x="76421" y="0"/>
                </a:lnTo>
                <a:lnTo>
                  <a:pt x="76421" y="487656"/>
                </a:lnTo>
                <a:close/>
              </a:path>
            </a:pathLst>
          </a:custGeom>
          <a:solidFill>
            <a:srgbClr val="F7F4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1695728" y="7060009"/>
            <a:ext cx="132715" cy="454659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800" spc="-50">
                <a:solidFill>
                  <a:srgbClr val="AFB3B3"/>
                </a:solidFill>
                <a:latin typeface="Arial"/>
                <a:cs typeface="Arial"/>
              </a:rPr>
              <a:t>-</a:t>
            </a:r>
            <a:endParaRPr sz="280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2446800" y="7171373"/>
            <a:ext cx="114935" cy="339725"/>
          </a:xfrm>
          <a:custGeom>
            <a:avLst/>
            <a:gdLst/>
            <a:ahLst/>
            <a:cxnLst/>
            <a:rect l="l" t="t" r="r" b="b"/>
            <a:pathLst>
              <a:path w="114935" h="339725">
                <a:moveTo>
                  <a:pt x="114632" y="339618"/>
                </a:moveTo>
                <a:lnTo>
                  <a:pt x="0" y="339618"/>
                </a:lnTo>
                <a:lnTo>
                  <a:pt x="0" y="0"/>
                </a:lnTo>
                <a:lnTo>
                  <a:pt x="114632" y="0"/>
                </a:lnTo>
                <a:lnTo>
                  <a:pt x="114632" y="339618"/>
                </a:lnTo>
                <a:close/>
              </a:path>
            </a:pathLst>
          </a:custGeom>
          <a:solidFill>
            <a:srgbClr val="F7F4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2446800" y="7289556"/>
            <a:ext cx="114935" cy="221615"/>
          </a:xfrm>
          <a:prstGeom prst="rect">
            <a:avLst/>
          </a:prstGeom>
          <a:solidFill>
            <a:srgbClr val="F7F4EB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495"/>
              </a:lnSpc>
            </a:pPr>
            <a:r>
              <a:rPr dirty="0" sz="1950" spc="-50">
                <a:solidFill>
                  <a:srgbClr val="AFB3B3"/>
                </a:solidFill>
                <a:latin typeface="Arial"/>
                <a:cs typeface="Arial"/>
              </a:rPr>
              <a:t>"</a:t>
            </a:r>
            <a:endParaRPr sz="195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385234" y="7449205"/>
            <a:ext cx="2517775" cy="855980"/>
          </a:xfrm>
          <a:prstGeom prst="rect">
            <a:avLst/>
          </a:prstGeom>
        </p:spPr>
        <p:txBody>
          <a:bodyPr wrap="square" lIns="0" tIns="78105" rIns="0" bIns="0" rtlCol="0" vert="horz">
            <a:spAutoFit/>
          </a:bodyPr>
          <a:lstStyle/>
          <a:p>
            <a:pPr marL="283845" indent="-271145">
              <a:lnSpc>
                <a:spcPct val="100000"/>
              </a:lnSpc>
              <a:spcBef>
                <a:spcPts val="615"/>
              </a:spcBef>
              <a:buChar char="•"/>
              <a:tabLst>
                <a:tab pos="283845" algn="l"/>
              </a:tabLst>
            </a:pPr>
            <a:r>
              <a:rPr dirty="0" sz="2350">
                <a:solidFill>
                  <a:srgbClr val="1F1F1F"/>
                </a:solidFill>
                <a:latin typeface="Arial"/>
                <a:cs typeface="Arial"/>
              </a:rPr>
              <a:t>Fragile</a:t>
            </a:r>
            <a:r>
              <a:rPr dirty="0" sz="2350" spc="204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2250" spc="80">
                <a:solidFill>
                  <a:srgbClr val="1F1F1F"/>
                </a:solidFill>
                <a:latin typeface="Arial"/>
                <a:cs typeface="Arial"/>
              </a:rPr>
              <a:t>links</a:t>
            </a:r>
            <a:endParaRPr sz="2250">
              <a:latin typeface="Arial"/>
              <a:cs typeface="Arial"/>
            </a:endParaRPr>
          </a:p>
          <a:p>
            <a:pPr marL="287020" indent="-273685">
              <a:lnSpc>
                <a:spcPct val="100000"/>
              </a:lnSpc>
              <a:spcBef>
                <a:spcPts val="495"/>
              </a:spcBef>
              <a:buChar char="•"/>
              <a:tabLst>
                <a:tab pos="287020" algn="l"/>
              </a:tabLst>
            </a:pPr>
            <a:r>
              <a:rPr dirty="0" sz="2250" spc="80">
                <a:solidFill>
                  <a:srgbClr val="1F1F1F"/>
                </a:solidFill>
                <a:latin typeface="Arial"/>
                <a:cs typeface="Arial"/>
              </a:rPr>
              <a:t>Manual</a:t>
            </a:r>
            <a:r>
              <a:rPr dirty="0" sz="2250" spc="15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2250" spc="114">
                <a:solidFill>
                  <a:srgbClr val="1F1F1F"/>
                </a:solidFill>
                <a:latin typeface="Arial"/>
                <a:cs typeface="Arial"/>
              </a:rPr>
              <a:t>updates</a:t>
            </a:r>
            <a:endParaRPr sz="225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181712" y="6077091"/>
            <a:ext cx="203835" cy="435609"/>
          </a:xfrm>
          <a:prstGeom prst="rect">
            <a:avLst/>
          </a:prstGeom>
          <a:solidFill>
            <a:srgbClr val="F7F4EB"/>
          </a:solidFill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2500" spc="-120">
                <a:solidFill>
                  <a:srgbClr val="AFB3B3"/>
                </a:solidFill>
                <a:latin typeface="Arial"/>
                <a:cs typeface="Arial"/>
              </a:rPr>
              <a:t>""</a:t>
            </a:r>
            <a:endParaRPr sz="25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722307" y="7502069"/>
            <a:ext cx="3121025" cy="805180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285750" indent="-272415">
              <a:lnSpc>
                <a:spcPct val="100000"/>
              </a:lnSpc>
              <a:spcBef>
                <a:spcPts val="400"/>
              </a:spcBef>
              <a:buChar char="•"/>
              <a:tabLst>
                <a:tab pos="285750" algn="l"/>
              </a:tabLst>
            </a:pPr>
            <a:r>
              <a:rPr dirty="0" sz="2250" spc="50">
                <a:solidFill>
                  <a:srgbClr val="1F1F1F"/>
                </a:solidFill>
                <a:latin typeface="Arial"/>
                <a:cs typeface="Arial"/>
              </a:rPr>
              <a:t>Unsealable</a:t>
            </a:r>
            <a:endParaRPr sz="2250">
              <a:latin typeface="Arial"/>
              <a:cs typeface="Arial"/>
            </a:endParaRPr>
          </a:p>
          <a:p>
            <a:pPr marL="289560" indent="-276860">
              <a:lnSpc>
                <a:spcPct val="100000"/>
              </a:lnSpc>
              <a:spcBef>
                <a:spcPts val="315"/>
              </a:spcBef>
              <a:buClr>
                <a:srgbClr val="1F1F1F"/>
              </a:buClr>
              <a:buChar char="•"/>
              <a:tabLst>
                <a:tab pos="289560" algn="l"/>
              </a:tabLst>
            </a:pPr>
            <a:r>
              <a:rPr dirty="0" sz="2350" spc="65">
                <a:solidFill>
                  <a:srgbClr val="C65D3B"/>
                </a:solidFill>
                <a:latin typeface="Arial"/>
                <a:cs typeface="Arial"/>
              </a:rPr>
              <a:t>Zero</a:t>
            </a:r>
            <a:r>
              <a:rPr dirty="0" sz="2350" spc="-215">
                <a:solidFill>
                  <a:srgbClr val="C65D3B"/>
                </a:solidFill>
                <a:latin typeface="Arial"/>
                <a:cs typeface="Arial"/>
              </a:rPr>
              <a:t> </a:t>
            </a:r>
            <a:r>
              <a:rPr dirty="0" sz="2350" spc="114">
                <a:solidFill>
                  <a:srgbClr val="C65D3B"/>
                </a:solidFill>
                <a:latin typeface="Arial"/>
                <a:cs typeface="Arial"/>
              </a:rPr>
              <a:t>reproducibility</a:t>
            </a:r>
            <a:endParaRPr sz="235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0682496" y="1423755"/>
            <a:ext cx="4604385" cy="5080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150" b="1">
                <a:solidFill>
                  <a:srgbClr val="1F1F1F"/>
                </a:solidFill>
                <a:latin typeface="Arial"/>
                <a:cs typeface="Arial"/>
              </a:rPr>
              <a:t>Reproducible</a:t>
            </a:r>
            <a:r>
              <a:rPr dirty="0" sz="3150" spc="440" b="1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3150" spc="-10" b="1">
                <a:solidFill>
                  <a:srgbClr val="1F1F1F"/>
                </a:solidFill>
                <a:latin typeface="Arial"/>
                <a:cs typeface="Arial"/>
              </a:rPr>
              <a:t>Research</a:t>
            </a:r>
            <a:endParaRPr sz="315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562335" y="7464695"/>
            <a:ext cx="3093720" cy="842644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marL="294640" indent="-281940">
              <a:lnSpc>
                <a:spcPct val="100000"/>
              </a:lnSpc>
              <a:spcBef>
                <a:spcPts val="495"/>
              </a:spcBef>
              <a:buClr>
                <a:srgbClr val="1F1F1F"/>
              </a:buClr>
              <a:buChar char="•"/>
              <a:tabLst>
                <a:tab pos="294640" algn="l"/>
              </a:tabLst>
            </a:pPr>
            <a:r>
              <a:rPr dirty="0" sz="2350" spc="75">
                <a:solidFill>
                  <a:srgbClr val="C65D3B"/>
                </a:solidFill>
                <a:latin typeface="Arial"/>
                <a:cs typeface="Arial"/>
              </a:rPr>
              <a:t>Version</a:t>
            </a:r>
            <a:r>
              <a:rPr dirty="0" sz="2350" spc="-85">
                <a:solidFill>
                  <a:srgbClr val="C65D3B"/>
                </a:solidFill>
                <a:latin typeface="Arial"/>
                <a:cs typeface="Arial"/>
              </a:rPr>
              <a:t> </a:t>
            </a:r>
            <a:r>
              <a:rPr dirty="0" sz="2350" spc="70">
                <a:solidFill>
                  <a:srgbClr val="C65D3B"/>
                </a:solidFill>
                <a:latin typeface="Arial"/>
                <a:cs typeface="Arial"/>
              </a:rPr>
              <a:t>Controlled</a:t>
            </a:r>
            <a:endParaRPr sz="2350">
              <a:latin typeface="Arial"/>
              <a:cs typeface="Arial"/>
            </a:endParaRPr>
          </a:p>
          <a:p>
            <a:pPr marL="295910" indent="-283210">
              <a:lnSpc>
                <a:spcPct val="100000"/>
              </a:lnSpc>
              <a:spcBef>
                <a:spcPts val="395"/>
              </a:spcBef>
              <a:buClr>
                <a:srgbClr val="1F1F1F"/>
              </a:buClr>
              <a:buChar char="•"/>
              <a:tabLst>
                <a:tab pos="295910" algn="l"/>
              </a:tabLst>
            </a:pPr>
            <a:r>
              <a:rPr dirty="0" sz="2350" spc="105">
                <a:solidFill>
                  <a:srgbClr val="C65D3B"/>
                </a:solidFill>
                <a:latin typeface="Arial"/>
                <a:cs typeface="Arial"/>
              </a:rPr>
              <a:t>Automated</a:t>
            </a:r>
            <a:r>
              <a:rPr dirty="0" sz="2350" spc="-90">
                <a:solidFill>
                  <a:srgbClr val="C65D3B"/>
                </a:solidFill>
                <a:latin typeface="Arial"/>
                <a:cs typeface="Arial"/>
              </a:rPr>
              <a:t> </a:t>
            </a:r>
            <a:r>
              <a:rPr dirty="0" sz="2350" spc="45">
                <a:solidFill>
                  <a:srgbClr val="C65D3B"/>
                </a:solidFill>
                <a:latin typeface="Arial"/>
                <a:cs typeface="Arial"/>
              </a:rPr>
              <a:t>Pipeline</a:t>
            </a:r>
            <a:endParaRPr sz="235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6975918" y="7858653"/>
            <a:ext cx="165735" cy="191770"/>
          </a:xfrm>
          <a:custGeom>
            <a:avLst/>
            <a:gdLst/>
            <a:ahLst/>
            <a:cxnLst/>
            <a:rect l="l" t="t" r="r" b="b"/>
            <a:pathLst>
              <a:path w="165734" h="191770">
                <a:moveTo>
                  <a:pt x="165579" y="191579"/>
                </a:moveTo>
                <a:lnTo>
                  <a:pt x="0" y="191579"/>
                </a:lnTo>
                <a:lnTo>
                  <a:pt x="0" y="0"/>
                </a:lnTo>
                <a:lnTo>
                  <a:pt x="165579" y="0"/>
                </a:lnTo>
                <a:lnTo>
                  <a:pt x="165579" y="191579"/>
                </a:lnTo>
                <a:close/>
              </a:path>
            </a:pathLst>
          </a:custGeom>
          <a:solidFill>
            <a:srgbClr val="F7F4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16963212" y="7851510"/>
            <a:ext cx="165100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30">
                <a:solidFill>
                  <a:srgbClr val="C3C6C3"/>
                </a:solidFill>
                <a:latin typeface="Arial"/>
                <a:cs typeface="Arial"/>
              </a:rPr>
              <a:t>1-</a:t>
            </a:r>
            <a:endParaRPr sz="11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3192352" y="7477461"/>
            <a:ext cx="3439795" cy="817244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281940" indent="-269240">
              <a:lnSpc>
                <a:spcPct val="100000"/>
              </a:lnSpc>
              <a:spcBef>
                <a:spcPts val="390"/>
              </a:spcBef>
              <a:buClr>
                <a:srgbClr val="1F1F1F"/>
              </a:buClr>
              <a:buChar char="•"/>
              <a:tabLst>
                <a:tab pos="281940" algn="l"/>
              </a:tabLst>
            </a:pPr>
            <a:r>
              <a:rPr dirty="0" sz="2350" spc="80">
                <a:solidFill>
                  <a:srgbClr val="1C5789"/>
                </a:solidFill>
                <a:latin typeface="Arial"/>
                <a:cs typeface="Arial"/>
              </a:rPr>
              <a:t>Scales</a:t>
            </a:r>
            <a:r>
              <a:rPr dirty="0" sz="2350" spc="-225">
                <a:solidFill>
                  <a:srgbClr val="1C5789"/>
                </a:solidFill>
                <a:latin typeface="Arial"/>
                <a:cs typeface="Arial"/>
              </a:rPr>
              <a:t> </a:t>
            </a:r>
            <a:r>
              <a:rPr dirty="0" sz="2350" spc="65">
                <a:solidFill>
                  <a:srgbClr val="1C5789"/>
                </a:solidFill>
                <a:latin typeface="Arial"/>
                <a:cs typeface="Arial"/>
              </a:rPr>
              <a:t>to</a:t>
            </a:r>
            <a:r>
              <a:rPr dirty="0" sz="2350" spc="-55">
                <a:solidFill>
                  <a:srgbClr val="1C5789"/>
                </a:solidFill>
                <a:latin typeface="Arial"/>
                <a:cs typeface="Arial"/>
              </a:rPr>
              <a:t> </a:t>
            </a:r>
            <a:r>
              <a:rPr dirty="0" sz="2350" spc="85">
                <a:solidFill>
                  <a:srgbClr val="1C5789"/>
                </a:solidFill>
                <a:latin typeface="Arial"/>
                <a:cs typeface="Arial"/>
              </a:rPr>
              <a:t>1M+</a:t>
            </a:r>
            <a:r>
              <a:rPr dirty="0" sz="2350" spc="-50">
                <a:solidFill>
                  <a:srgbClr val="1C5789"/>
                </a:solidFill>
                <a:latin typeface="Arial"/>
                <a:cs typeface="Arial"/>
              </a:rPr>
              <a:t> </a:t>
            </a:r>
            <a:r>
              <a:rPr dirty="0" sz="2350" spc="125">
                <a:solidFill>
                  <a:srgbClr val="1C5789"/>
                </a:solidFill>
                <a:latin typeface="Arial"/>
                <a:cs typeface="Arial"/>
              </a:rPr>
              <a:t>rows</a:t>
            </a:r>
            <a:endParaRPr sz="2350">
              <a:latin typeface="Arial"/>
              <a:cs typeface="Arial"/>
            </a:endParaRPr>
          </a:p>
          <a:p>
            <a:pPr marL="285115" indent="-272415">
              <a:lnSpc>
                <a:spcPct val="100000"/>
              </a:lnSpc>
              <a:spcBef>
                <a:spcPts val="300"/>
              </a:spcBef>
              <a:buClr>
                <a:srgbClr val="1F1F1F"/>
              </a:buClr>
              <a:buChar char="•"/>
              <a:tabLst>
                <a:tab pos="285115" algn="l"/>
              </a:tabLst>
            </a:pPr>
            <a:r>
              <a:rPr dirty="0" sz="2350" spc="90">
                <a:solidFill>
                  <a:srgbClr val="1C5789"/>
                </a:solidFill>
                <a:latin typeface="Arial"/>
                <a:cs typeface="Arial"/>
              </a:rPr>
              <a:t>Portable</a:t>
            </a:r>
            <a:r>
              <a:rPr dirty="0" sz="2350" spc="25">
                <a:solidFill>
                  <a:srgbClr val="1C5789"/>
                </a:solidFill>
                <a:latin typeface="Arial"/>
                <a:cs typeface="Arial"/>
              </a:rPr>
              <a:t> </a:t>
            </a:r>
            <a:r>
              <a:rPr dirty="0" sz="2250" spc="85">
                <a:solidFill>
                  <a:srgbClr val="1F1F1F"/>
                </a:solidFill>
                <a:latin typeface="Arial"/>
                <a:cs typeface="Arial"/>
              </a:rPr>
              <a:t>across</a:t>
            </a:r>
            <a:r>
              <a:rPr dirty="0" sz="2250" spc="90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2250" spc="85">
                <a:solidFill>
                  <a:srgbClr val="1F1F1F"/>
                </a:solidFill>
                <a:latin typeface="Arial"/>
                <a:cs typeface="Arial"/>
              </a:rPr>
              <a:t>teams</a:t>
            </a:r>
            <a:endParaRPr sz="225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17008385" y="8509437"/>
            <a:ext cx="178435" cy="850900"/>
          </a:xfrm>
          <a:custGeom>
            <a:avLst/>
            <a:gdLst/>
            <a:ahLst/>
            <a:cxnLst/>
            <a:rect l="l" t="t" r="r" b="b"/>
            <a:pathLst>
              <a:path w="178434" h="850900">
                <a:moveTo>
                  <a:pt x="178316" y="850690"/>
                </a:moveTo>
                <a:lnTo>
                  <a:pt x="0" y="850690"/>
                </a:lnTo>
                <a:lnTo>
                  <a:pt x="0" y="0"/>
                </a:lnTo>
                <a:lnTo>
                  <a:pt x="178316" y="0"/>
                </a:lnTo>
                <a:lnTo>
                  <a:pt x="178316" y="850690"/>
                </a:lnTo>
                <a:close/>
              </a:path>
            </a:pathLst>
          </a:custGeom>
          <a:solidFill>
            <a:srgbClr val="F7F4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104382" y="8234495"/>
            <a:ext cx="17013555" cy="11283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040765" algn="l"/>
                <a:tab pos="2216150" algn="l"/>
                <a:tab pos="16116935" algn="l"/>
                <a:tab pos="16903700" algn="l"/>
              </a:tabLst>
            </a:pPr>
            <a:r>
              <a:rPr dirty="0" sz="7200" spc="235">
                <a:solidFill>
                  <a:srgbClr val="426D89"/>
                </a:solidFill>
                <a:latin typeface="Times New Roman"/>
                <a:cs typeface="Times New Roman"/>
              </a:rPr>
              <a:t>*</a:t>
            </a:r>
            <a:r>
              <a:rPr dirty="0" sz="7200">
                <a:solidFill>
                  <a:srgbClr val="426D89"/>
                </a:solidFill>
                <a:latin typeface="Times New Roman"/>
                <a:cs typeface="Times New Roman"/>
              </a:rPr>
              <a:t>	</a:t>
            </a:r>
            <a:r>
              <a:rPr dirty="0" sz="7200" spc="525">
                <a:solidFill>
                  <a:srgbClr val="426D89"/>
                </a:solidFill>
                <a:latin typeface="Times New Roman"/>
                <a:cs typeface="Times New Roman"/>
              </a:rPr>
              <a:t>�</a:t>
            </a:r>
            <a:r>
              <a:rPr dirty="0" sz="7200">
                <a:solidFill>
                  <a:srgbClr val="426D89"/>
                </a:solidFill>
                <a:latin typeface="Times New Roman"/>
                <a:cs typeface="Times New Roman"/>
              </a:rPr>
              <a:t>	</a:t>
            </a:r>
            <a:r>
              <a:rPr dirty="0" sz="3800" b="1">
                <a:solidFill>
                  <a:srgbClr val="1F1F1F"/>
                </a:solidFill>
                <a:latin typeface="Arial"/>
                <a:cs typeface="Arial"/>
              </a:rPr>
              <a:t>Core</a:t>
            </a:r>
            <a:r>
              <a:rPr dirty="0" sz="3800" spc="-145" b="1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3800" b="1">
                <a:solidFill>
                  <a:srgbClr val="1F1F1F"/>
                </a:solidFill>
                <a:latin typeface="Arial"/>
                <a:cs typeface="Arial"/>
              </a:rPr>
              <a:t>Concept:</a:t>
            </a:r>
            <a:r>
              <a:rPr dirty="0" sz="3800" spc="20" b="1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3800" spc="80" b="1">
                <a:solidFill>
                  <a:srgbClr val="1F1F1F"/>
                </a:solidFill>
                <a:latin typeface="Arial"/>
                <a:cs typeface="Arial"/>
              </a:rPr>
              <a:t>We</a:t>
            </a:r>
            <a:r>
              <a:rPr dirty="0" sz="3800" spc="-310" b="1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3800" b="1">
                <a:solidFill>
                  <a:srgbClr val="1F1F1F"/>
                </a:solidFill>
                <a:latin typeface="Arial"/>
                <a:cs typeface="Arial"/>
              </a:rPr>
              <a:t>build</a:t>
            </a:r>
            <a:r>
              <a:rPr dirty="0" sz="3800" spc="10" b="1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3800" b="1">
                <a:solidFill>
                  <a:srgbClr val="1562A3"/>
                </a:solidFill>
                <a:latin typeface="Arial"/>
                <a:cs typeface="Arial"/>
              </a:rPr>
              <a:t>systems</a:t>
            </a:r>
            <a:r>
              <a:rPr dirty="0" sz="3800" b="1">
                <a:solidFill>
                  <a:srgbClr val="1F1F1F"/>
                </a:solidFill>
                <a:latin typeface="Arial"/>
                <a:cs typeface="Arial"/>
              </a:rPr>
              <a:t>,</a:t>
            </a:r>
            <a:r>
              <a:rPr dirty="0" sz="3800" spc="-405" b="1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3800" b="1">
                <a:solidFill>
                  <a:srgbClr val="1F1F1F"/>
                </a:solidFill>
                <a:latin typeface="Arial"/>
                <a:cs typeface="Arial"/>
              </a:rPr>
              <a:t>not</a:t>
            </a:r>
            <a:r>
              <a:rPr dirty="0" sz="3800" spc="-70" b="1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3800" b="1">
                <a:solidFill>
                  <a:srgbClr val="1F1F1F"/>
                </a:solidFill>
                <a:latin typeface="Arial"/>
                <a:cs typeface="Arial"/>
              </a:rPr>
              <a:t>just</a:t>
            </a:r>
            <a:r>
              <a:rPr dirty="0" sz="3800" spc="40" b="1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3800" b="1">
                <a:solidFill>
                  <a:srgbClr val="C65D3B"/>
                </a:solidFill>
                <a:latin typeface="Arial"/>
                <a:cs typeface="Arial"/>
              </a:rPr>
              <a:t>spreadsheets</a:t>
            </a:r>
            <a:r>
              <a:rPr dirty="0" sz="3800" b="1">
                <a:solidFill>
                  <a:srgbClr val="1F1F1F"/>
                </a:solidFill>
                <a:latin typeface="Arial"/>
                <a:cs typeface="Arial"/>
              </a:rPr>
              <a:t>.</a:t>
            </a:r>
            <a:r>
              <a:rPr dirty="0" sz="3800" spc="-300" b="1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3800" spc="-50">
                <a:solidFill>
                  <a:srgbClr val="426D89"/>
                </a:solidFill>
                <a:latin typeface="Arial"/>
                <a:cs typeface="Arial"/>
              </a:rPr>
              <a:t>�</a:t>
            </a:r>
            <a:r>
              <a:rPr dirty="0" sz="3800">
                <a:solidFill>
                  <a:srgbClr val="426D89"/>
                </a:solidFill>
                <a:latin typeface="Arial"/>
                <a:cs typeface="Arial"/>
              </a:rPr>
              <a:t>	</a:t>
            </a:r>
            <a:r>
              <a:rPr dirty="0" sz="7200" spc="-50" i="1">
                <a:solidFill>
                  <a:srgbClr val="426D89"/>
                </a:solidFill>
                <a:latin typeface="Arial"/>
                <a:cs typeface="Arial"/>
              </a:rPr>
              <a:t>*</a:t>
            </a:r>
            <a:r>
              <a:rPr dirty="0" sz="7200" i="1">
                <a:solidFill>
                  <a:srgbClr val="426D89"/>
                </a:solidFill>
                <a:latin typeface="Arial"/>
                <a:cs typeface="Arial"/>
              </a:rPr>
              <a:t>	</a:t>
            </a:r>
            <a:r>
              <a:rPr dirty="0" sz="4950" spc="-944">
                <a:solidFill>
                  <a:srgbClr val="AFB3B3"/>
                </a:solidFill>
                <a:latin typeface="Times New Roman"/>
                <a:cs typeface="Times New Roman"/>
              </a:rPr>
              <a:t>I</a:t>
            </a:r>
            <a:endParaRPr sz="4950">
              <a:latin typeface="Times New Roman"/>
              <a:cs typeface="Times New Roman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15509160" y="9434514"/>
            <a:ext cx="137160" cy="217804"/>
            <a:chOff x="15509160" y="9434514"/>
            <a:chExt cx="137160" cy="217804"/>
          </a:xfrm>
        </p:grpSpPr>
        <p:sp>
          <p:nvSpPr>
            <p:cNvPr id="45" name="object 45"/>
            <p:cNvSpPr/>
            <p:nvPr/>
          </p:nvSpPr>
          <p:spPr>
            <a:xfrm>
              <a:off x="15509160" y="9434514"/>
              <a:ext cx="38735" cy="217804"/>
            </a:xfrm>
            <a:custGeom>
              <a:avLst/>
              <a:gdLst/>
              <a:ahLst/>
              <a:cxnLst/>
              <a:rect l="l" t="t" r="r" b="b"/>
              <a:pathLst>
                <a:path w="38734" h="217804">
                  <a:moveTo>
                    <a:pt x="38210" y="217703"/>
                  </a:moveTo>
                  <a:lnTo>
                    <a:pt x="0" y="217703"/>
                  </a:lnTo>
                  <a:lnTo>
                    <a:pt x="0" y="0"/>
                  </a:lnTo>
                  <a:lnTo>
                    <a:pt x="38210" y="0"/>
                  </a:lnTo>
                  <a:lnTo>
                    <a:pt x="38210" y="217703"/>
                  </a:lnTo>
                  <a:close/>
                </a:path>
              </a:pathLst>
            </a:custGeom>
            <a:solidFill>
              <a:srgbClr val="F7F4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15509160" y="9600403"/>
              <a:ext cx="137160" cy="0"/>
            </a:xfrm>
            <a:custGeom>
              <a:avLst/>
              <a:gdLst/>
              <a:ahLst/>
              <a:cxnLst/>
              <a:rect l="l" t="t" r="r" b="b"/>
              <a:pathLst>
                <a:path w="137159" h="0">
                  <a:moveTo>
                    <a:pt x="0" y="0"/>
                  </a:moveTo>
                  <a:lnTo>
                    <a:pt x="136730" y="0"/>
                  </a:lnTo>
                </a:path>
              </a:pathLst>
            </a:custGeom>
            <a:ln w="12766">
              <a:solidFill>
                <a:srgbClr val="8E9AA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/>
          <p:cNvSpPr/>
          <p:nvPr/>
        </p:nvSpPr>
        <p:spPr>
          <a:xfrm>
            <a:off x="15646489" y="9494235"/>
            <a:ext cx="114935" cy="139700"/>
          </a:xfrm>
          <a:custGeom>
            <a:avLst/>
            <a:gdLst/>
            <a:ahLst/>
            <a:cxnLst/>
            <a:rect l="l" t="t" r="r" b="b"/>
            <a:pathLst>
              <a:path w="114934" h="139700">
                <a:moveTo>
                  <a:pt x="114632" y="139330"/>
                </a:moveTo>
                <a:lnTo>
                  <a:pt x="0" y="139330"/>
                </a:lnTo>
                <a:lnTo>
                  <a:pt x="0" y="0"/>
                </a:lnTo>
                <a:lnTo>
                  <a:pt x="114632" y="0"/>
                </a:lnTo>
                <a:lnTo>
                  <a:pt x="114632" y="139330"/>
                </a:lnTo>
                <a:close/>
              </a:path>
            </a:pathLst>
          </a:custGeom>
          <a:solidFill>
            <a:srgbClr val="F7F4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5903827" y="9494235"/>
            <a:ext cx="114935" cy="139700"/>
          </a:xfrm>
          <a:custGeom>
            <a:avLst/>
            <a:gdLst/>
            <a:ahLst/>
            <a:cxnLst/>
            <a:rect l="l" t="t" r="r" b="b"/>
            <a:pathLst>
              <a:path w="114934" h="139700">
                <a:moveTo>
                  <a:pt x="114632" y="139330"/>
                </a:moveTo>
                <a:lnTo>
                  <a:pt x="0" y="139330"/>
                </a:lnTo>
                <a:lnTo>
                  <a:pt x="0" y="0"/>
                </a:lnTo>
                <a:lnTo>
                  <a:pt x="114632" y="0"/>
                </a:lnTo>
                <a:lnTo>
                  <a:pt x="114632" y="139330"/>
                </a:lnTo>
                <a:close/>
              </a:path>
            </a:pathLst>
          </a:custGeom>
          <a:solidFill>
            <a:srgbClr val="F7F4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15496463" y="9421746"/>
            <a:ext cx="1915160" cy="224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07034" algn="l"/>
                <a:tab pos="663575" algn="l"/>
              </a:tabLst>
            </a:pPr>
            <a:r>
              <a:rPr dirty="0" sz="1250" spc="-70">
                <a:solidFill>
                  <a:srgbClr val="C3C6C3"/>
                </a:solidFill>
                <a:latin typeface="Arial"/>
                <a:cs typeface="Arial"/>
              </a:rPr>
              <a:t>J</a:t>
            </a:r>
            <a:r>
              <a:rPr dirty="0" sz="1250" spc="-70">
                <a:solidFill>
                  <a:srgbClr val="8E9AA3"/>
                </a:solidFill>
                <a:latin typeface="Arial"/>
                <a:cs typeface="Arial"/>
              </a:rPr>
              <a:t>c</a:t>
            </a:r>
            <a:r>
              <a:rPr dirty="0" u="heavy" sz="800" spc="-70">
                <a:solidFill>
                  <a:srgbClr val="C3C6C3"/>
                </a:solidFill>
                <a:uFill>
                  <a:solidFill>
                    <a:srgbClr val="AFB3B3"/>
                  </a:solidFill>
                </a:uFill>
                <a:latin typeface="Arial"/>
                <a:cs typeface="Arial"/>
              </a:rPr>
              <a:t>1</a:t>
            </a:r>
            <a:r>
              <a:rPr dirty="0" u="heavy" sz="800" spc="55">
                <a:solidFill>
                  <a:srgbClr val="C3C6C3"/>
                </a:solidFill>
                <a:uFill>
                  <a:solidFill>
                    <a:srgbClr val="AFB3B3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800" spc="-50">
                <a:solidFill>
                  <a:srgbClr val="AFB3B3"/>
                </a:solidFill>
                <a:uFill>
                  <a:solidFill>
                    <a:srgbClr val="AFB3B3"/>
                  </a:solidFill>
                </a:uFill>
                <a:latin typeface="Arial"/>
                <a:cs typeface="Arial"/>
              </a:rPr>
              <a:t>1</a:t>
            </a:r>
            <a:r>
              <a:rPr dirty="0" u="none" sz="800">
                <a:solidFill>
                  <a:srgbClr val="AFB3B3"/>
                </a:solidFill>
                <a:latin typeface="Arial"/>
                <a:cs typeface="Arial"/>
              </a:rPr>
              <a:t>	'</a:t>
            </a:r>
            <a:r>
              <a:rPr dirty="0" u="heavy" sz="800" spc="325">
                <a:solidFill>
                  <a:srgbClr val="C3C6C3"/>
                </a:solidFill>
                <a:uFill>
                  <a:solidFill>
                    <a:srgbClr val="C3C6C3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800" spc="-50">
                <a:solidFill>
                  <a:srgbClr val="C3C6C3"/>
                </a:solidFill>
                <a:uFill>
                  <a:solidFill>
                    <a:srgbClr val="C3C6C3"/>
                  </a:solidFill>
                </a:uFill>
                <a:latin typeface="Arial"/>
                <a:cs typeface="Arial"/>
              </a:rPr>
              <a:t>'</a:t>
            </a:r>
            <a:r>
              <a:rPr dirty="0" u="none" sz="800">
                <a:solidFill>
                  <a:srgbClr val="C3C6C3"/>
                </a:solidFill>
                <a:latin typeface="Arial"/>
                <a:cs typeface="Arial"/>
              </a:rPr>
              <a:t>	</a:t>
            </a:r>
            <a:r>
              <a:rPr dirty="0" u="none" sz="1300" spc="-70">
                <a:solidFill>
                  <a:srgbClr val="1F1F1F"/>
                </a:solidFill>
                <a:latin typeface="Arial"/>
                <a:cs typeface="Arial"/>
              </a:rPr>
              <a:t>I'S\</a:t>
            </a:r>
            <a:r>
              <a:rPr dirty="0" u="none" sz="1300" spc="-15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u="none" sz="1250" spc="50">
                <a:solidFill>
                  <a:srgbClr val="1F1F1F"/>
                </a:solidFill>
                <a:latin typeface="Arial"/>
                <a:cs typeface="Arial"/>
              </a:rPr>
              <a:t>NotebookLM</a:t>
            </a:r>
            <a:endParaRPr sz="12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56100" y="8528050"/>
            <a:ext cx="993479" cy="740436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78316" y="7787611"/>
            <a:ext cx="0" cy="804545"/>
          </a:xfrm>
          <a:custGeom>
            <a:avLst/>
            <a:gdLst/>
            <a:ahLst/>
            <a:cxnLst/>
            <a:rect l="l" t="t" r="r" b="b"/>
            <a:pathLst>
              <a:path w="0" h="804545">
                <a:moveTo>
                  <a:pt x="0" y="804266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31159" y="217289"/>
            <a:ext cx="0" cy="8885555"/>
          </a:xfrm>
          <a:custGeom>
            <a:avLst/>
            <a:gdLst/>
            <a:ahLst/>
            <a:cxnLst/>
            <a:rect l="l" t="t" r="r" b="b"/>
            <a:pathLst>
              <a:path w="0" h="8885555">
                <a:moveTo>
                  <a:pt x="0" y="8885234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46322" y="8566346"/>
            <a:ext cx="0" cy="549275"/>
          </a:xfrm>
          <a:custGeom>
            <a:avLst/>
            <a:gdLst/>
            <a:ahLst/>
            <a:cxnLst/>
            <a:rect l="l" t="t" r="r" b="b"/>
            <a:pathLst>
              <a:path w="0" h="549275">
                <a:moveTo>
                  <a:pt x="0" y="548944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2240179" y="2234339"/>
            <a:ext cx="0" cy="4021454"/>
          </a:xfrm>
          <a:custGeom>
            <a:avLst/>
            <a:gdLst/>
            <a:ahLst/>
            <a:cxnLst/>
            <a:rect l="l" t="t" r="r" b="b"/>
            <a:pathLst>
              <a:path w="0" h="4021454">
                <a:moveTo>
                  <a:pt x="0" y="4021334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2240179" y="6549295"/>
            <a:ext cx="0" cy="965200"/>
          </a:xfrm>
          <a:custGeom>
            <a:avLst/>
            <a:gdLst/>
            <a:ahLst/>
            <a:cxnLst/>
            <a:rect l="l" t="t" r="r" b="b"/>
            <a:pathLst>
              <a:path w="0" h="965200">
                <a:moveTo>
                  <a:pt x="0" y="0"/>
                </a:moveTo>
                <a:lnTo>
                  <a:pt x="0" y="964744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6341467" y="8566346"/>
            <a:ext cx="0" cy="804545"/>
          </a:xfrm>
          <a:custGeom>
            <a:avLst/>
            <a:gdLst/>
            <a:ahLst/>
            <a:cxnLst/>
            <a:rect l="l" t="t" r="r" b="b"/>
            <a:pathLst>
              <a:path w="0" h="804545">
                <a:moveTo>
                  <a:pt x="0" y="804266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9" name="object 9"/>
          <p:cNvGrpSpPr/>
          <p:nvPr/>
        </p:nvGrpSpPr>
        <p:grpSpPr>
          <a:xfrm>
            <a:off x="292668" y="229803"/>
            <a:ext cx="16903065" cy="8349615"/>
            <a:chOff x="292668" y="229803"/>
            <a:chExt cx="16903065" cy="8349615"/>
          </a:xfrm>
        </p:grpSpPr>
        <p:sp>
          <p:nvSpPr>
            <p:cNvPr id="10" name="object 10"/>
            <p:cNvSpPr/>
            <p:nvPr/>
          </p:nvSpPr>
          <p:spPr>
            <a:xfrm>
              <a:off x="305686" y="242821"/>
              <a:ext cx="16877030" cy="8323580"/>
            </a:xfrm>
            <a:custGeom>
              <a:avLst/>
              <a:gdLst/>
              <a:ahLst/>
              <a:cxnLst/>
              <a:rect l="l" t="t" r="r" b="b"/>
              <a:pathLst>
                <a:path w="16877030" h="8323580">
                  <a:moveTo>
                    <a:pt x="16850944" y="8285226"/>
                  </a:moveTo>
                  <a:lnTo>
                    <a:pt x="16850944" y="0"/>
                  </a:lnTo>
                </a:path>
                <a:path w="16877030" h="8323580">
                  <a:moveTo>
                    <a:pt x="25473" y="0"/>
                  </a:moveTo>
                  <a:lnTo>
                    <a:pt x="16876418" y="0"/>
                  </a:lnTo>
                </a:path>
                <a:path w="16877030" h="8323580">
                  <a:moveTo>
                    <a:pt x="0" y="8323524"/>
                  </a:moveTo>
                  <a:lnTo>
                    <a:pt x="866110" y="8323524"/>
                  </a:lnTo>
                </a:path>
              </a:pathLst>
            </a:custGeom>
            <a:ln w="255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438968" y="1800290"/>
              <a:ext cx="8406765" cy="0"/>
            </a:xfrm>
            <a:custGeom>
              <a:avLst/>
              <a:gdLst/>
              <a:ahLst/>
              <a:cxnLst/>
              <a:rect l="l" t="t" r="r" b="b"/>
              <a:pathLst>
                <a:path w="8406765" h="0">
                  <a:moveTo>
                    <a:pt x="0" y="0"/>
                  </a:moveTo>
                  <a:lnTo>
                    <a:pt x="4101192" y="0"/>
                  </a:lnTo>
                </a:path>
                <a:path w="8406765" h="0">
                  <a:moveTo>
                    <a:pt x="4228561" y="0"/>
                  </a:moveTo>
                  <a:lnTo>
                    <a:pt x="8406366" y="0"/>
                  </a:lnTo>
                </a:path>
              </a:pathLst>
            </a:custGeom>
            <a:ln w="127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438968" y="1800290"/>
              <a:ext cx="0" cy="447040"/>
            </a:xfrm>
            <a:custGeom>
              <a:avLst/>
              <a:gdLst/>
              <a:ahLst/>
              <a:cxnLst/>
              <a:rect l="l" t="t" r="r" b="b"/>
              <a:pathLst>
                <a:path w="0" h="447039">
                  <a:moveTo>
                    <a:pt x="0" y="446814"/>
                  </a:moveTo>
                  <a:lnTo>
                    <a:pt x="0" y="0"/>
                  </a:lnTo>
                </a:path>
              </a:pathLst>
            </a:custGeom>
            <a:ln w="127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5591507" y="2119444"/>
              <a:ext cx="2101850" cy="0"/>
            </a:xfrm>
            <a:custGeom>
              <a:avLst/>
              <a:gdLst/>
              <a:ahLst/>
              <a:cxnLst/>
              <a:rect l="l" t="t" r="r" b="b"/>
              <a:pathLst>
                <a:path w="2101850" h="0">
                  <a:moveTo>
                    <a:pt x="0" y="0"/>
                  </a:moveTo>
                  <a:lnTo>
                    <a:pt x="170356" y="0"/>
                  </a:lnTo>
                </a:path>
                <a:path w="2101850" h="0">
                  <a:moveTo>
                    <a:pt x="526990" y="0"/>
                  </a:moveTo>
                  <a:lnTo>
                    <a:pt x="710802" y="0"/>
                  </a:lnTo>
                </a:path>
                <a:path w="2101850" h="0">
                  <a:moveTo>
                    <a:pt x="799961" y="0"/>
                  </a:moveTo>
                  <a:lnTo>
                    <a:pt x="2101591" y="0"/>
                  </a:lnTo>
                </a:path>
              </a:pathLst>
            </a:custGeom>
            <a:ln w="127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7693099" y="2119444"/>
              <a:ext cx="4356100" cy="0"/>
            </a:xfrm>
            <a:custGeom>
              <a:avLst/>
              <a:gdLst/>
              <a:ahLst/>
              <a:cxnLst/>
              <a:rect l="l" t="t" r="r" b="b"/>
              <a:pathLst>
                <a:path w="4356100" h="0">
                  <a:moveTo>
                    <a:pt x="0" y="0"/>
                  </a:moveTo>
                  <a:lnTo>
                    <a:pt x="4356026" y="0"/>
                  </a:lnTo>
                </a:path>
              </a:pathLst>
            </a:custGeom>
            <a:ln w="638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1845334" y="1787524"/>
              <a:ext cx="0" cy="791845"/>
            </a:xfrm>
            <a:custGeom>
              <a:avLst/>
              <a:gdLst/>
              <a:ahLst/>
              <a:cxnLst/>
              <a:rect l="l" t="t" r="r" b="b"/>
              <a:pathLst>
                <a:path w="0" h="791844">
                  <a:moveTo>
                    <a:pt x="0" y="791500"/>
                  </a:moveTo>
                  <a:lnTo>
                    <a:pt x="0" y="0"/>
                  </a:lnTo>
                </a:path>
              </a:pathLst>
            </a:custGeom>
            <a:ln w="254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426231" y="2247105"/>
              <a:ext cx="2204085" cy="0"/>
            </a:xfrm>
            <a:custGeom>
              <a:avLst/>
              <a:gdLst/>
              <a:ahLst/>
              <a:cxnLst/>
              <a:rect l="l" t="t" r="r" b="b"/>
              <a:pathLst>
                <a:path w="2204085" h="0">
                  <a:moveTo>
                    <a:pt x="0" y="0"/>
                  </a:moveTo>
                  <a:lnTo>
                    <a:pt x="2203487" y="0"/>
                  </a:lnTo>
                </a:path>
              </a:pathLst>
            </a:custGeom>
            <a:ln w="765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699619" y="2106678"/>
              <a:ext cx="0" cy="140970"/>
            </a:xfrm>
            <a:custGeom>
              <a:avLst/>
              <a:gdLst/>
              <a:ahLst/>
              <a:cxnLst/>
              <a:rect l="l" t="t" r="r" b="b"/>
              <a:pathLst>
                <a:path w="0" h="140969">
                  <a:moveTo>
                    <a:pt x="0" y="140427"/>
                  </a:moveTo>
                  <a:lnTo>
                    <a:pt x="0" y="0"/>
                  </a:lnTo>
                </a:path>
              </a:pathLst>
            </a:custGeom>
            <a:ln w="38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203335" y="2344678"/>
              <a:ext cx="38735" cy="0"/>
            </a:xfrm>
            <a:custGeom>
              <a:avLst/>
              <a:gdLst/>
              <a:ahLst/>
              <a:cxnLst/>
              <a:rect l="l" t="t" r="r" b="b"/>
              <a:pathLst>
                <a:path w="38735" h="0">
                  <a:moveTo>
                    <a:pt x="0" y="0"/>
                  </a:moveTo>
                  <a:lnTo>
                    <a:pt x="38210" y="0"/>
                  </a:lnTo>
                </a:path>
              </a:pathLst>
            </a:custGeom>
            <a:ln w="91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3438968" y="2247105"/>
              <a:ext cx="0" cy="332105"/>
            </a:xfrm>
            <a:custGeom>
              <a:avLst/>
              <a:gdLst/>
              <a:ahLst/>
              <a:cxnLst/>
              <a:rect l="l" t="t" r="r" b="b"/>
              <a:pathLst>
                <a:path w="0" h="332105">
                  <a:moveTo>
                    <a:pt x="0" y="331919"/>
                  </a:moveTo>
                  <a:lnTo>
                    <a:pt x="0" y="0"/>
                  </a:lnTo>
                </a:path>
              </a:pathLst>
            </a:custGeom>
            <a:ln w="38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5591507" y="2119444"/>
              <a:ext cx="0" cy="4315460"/>
            </a:xfrm>
            <a:custGeom>
              <a:avLst/>
              <a:gdLst/>
              <a:ahLst/>
              <a:cxnLst/>
              <a:rect l="l" t="t" r="r" b="b"/>
              <a:pathLst>
                <a:path w="0" h="4315460">
                  <a:moveTo>
                    <a:pt x="0" y="4314955"/>
                  </a:moveTo>
                  <a:lnTo>
                    <a:pt x="0" y="0"/>
                  </a:lnTo>
                </a:path>
              </a:pathLst>
            </a:custGeom>
            <a:ln w="1018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5846245" y="2349234"/>
              <a:ext cx="611505" cy="0"/>
            </a:xfrm>
            <a:custGeom>
              <a:avLst/>
              <a:gdLst/>
              <a:ahLst/>
              <a:cxnLst/>
              <a:rect l="l" t="t" r="r" b="b"/>
              <a:pathLst>
                <a:path w="611504" h="0">
                  <a:moveTo>
                    <a:pt x="0" y="0"/>
                  </a:moveTo>
                  <a:lnTo>
                    <a:pt x="456064" y="0"/>
                  </a:lnTo>
                </a:path>
                <a:path w="611504" h="0">
                  <a:moveTo>
                    <a:pt x="545222" y="0"/>
                  </a:moveTo>
                  <a:lnTo>
                    <a:pt x="611372" y="0"/>
                  </a:lnTo>
                </a:path>
              </a:pathLst>
            </a:custGeom>
            <a:ln w="638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6457618" y="2502428"/>
              <a:ext cx="5591810" cy="0"/>
            </a:xfrm>
            <a:custGeom>
              <a:avLst/>
              <a:gdLst/>
              <a:ahLst/>
              <a:cxnLst/>
              <a:rect l="l" t="t" r="r" b="b"/>
              <a:pathLst>
                <a:path w="5591809" h="0">
                  <a:moveTo>
                    <a:pt x="0" y="0"/>
                  </a:moveTo>
                  <a:lnTo>
                    <a:pt x="5591507" y="0"/>
                  </a:lnTo>
                </a:path>
              </a:pathLst>
            </a:custGeom>
            <a:ln w="127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6699619" y="2247105"/>
              <a:ext cx="0" cy="268605"/>
            </a:xfrm>
            <a:custGeom>
              <a:avLst/>
              <a:gdLst/>
              <a:ahLst/>
              <a:cxnLst/>
              <a:rect l="l" t="t" r="r" b="b"/>
              <a:pathLst>
                <a:path w="0" h="268605">
                  <a:moveTo>
                    <a:pt x="0" y="268088"/>
                  </a:moveTo>
                  <a:lnTo>
                    <a:pt x="0" y="0"/>
                  </a:lnTo>
                </a:path>
              </a:pathLst>
            </a:custGeom>
            <a:ln w="254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222440" y="2349234"/>
              <a:ext cx="0" cy="5064760"/>
            </a:xfrm>
            <a:custGeom>
              <a:avLst/>
              <a:gdLst/>
              <a:ahLst/>
              <a:cxnLst/>
              <a:rect l="l" t="t" r="r" b="b"/>
              <a:pathLst>
                <a:path w="0" h="5064759">
                  <a:moveTo>
                    <a:pt x="0" y="0"/>
                  </a:moveTo>
                  <a:lnTo>
                    <a:pt x="0" y="5064190"/>
                  </a:lnTo>
                </a:path>
              </a:pathLst>
            </a:custGeom>
            <a:ln w="254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4063077" y="2579025"/>
              <a:ext cx="2114550" cy="0"/>
            </a:xfrm>
            <a:custGeom>
              <a:avLst/>
              <a:gdLst/>
              <a:ahLst/>
              <a:cxnLst/>
              <a:rect l="l" t="t" r="r" b="b"/>
              <a:pathLst>
                <a:path w="2114550" h="0">
                  <a:moveTo>
                    <a:pt x="0" y="0"/>
                  </a:moveTo>
                  <a:lnTo>
                    <a:pt x="318422" y="0"/>
                  </a:lnTo>
                </a:path>
                <a:path w="2114550" h="0">
                  <a:moveTo>
                    <a:pt x="1783168" y="0"/>
                  </a:moveTo>
                  <a:lnTo>
                    <a:pt x="2114328" y="0"/>
                  </a:lnTo>
                </a:path>
              </a:pathLst>
            </a:custGeom>
            <a:ln w="127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3438968" y="2489662"/>
              <a:ext cx="7527925" cy="5158105"/>
            </a:xfrm>
            <a:custGeom>
              <a:avLst/>
              <a:gdLst/>
              <a:ahLst/>
              <a:cxnLst/>
              <a:rect l="l" t="t" r="r" b="b"/>
              <a:pathLst>
                <a:path w="7527925" h="5158105">
                  <a:moveTo>
                    <a:pt x="7527519" y="3804310"/>
                  </a:moveTo>
                  <a:lnTo>
                    <a:pt x="7527519" y="0"/>
                  </a:lnTo>
                </a:path>
                <a:path w="7527925" h="5158105">
                  <a:moveTo>
                    <a:pt x="0" y="5157521"/>
                  </a:moveTo>
                  <a:lnTo>
                    <a:pt x="0" y="89362"/>
                  </a:lnTo>
                </a:path>
              </a:pathLst>
            </a:custGeom>
            <a:ln w="255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6457618" y="2847114"/>
              <a:ext cx="751840" cy="0"/>
            </a:xfrm>
            <a:custGeom>
              <a:avLst/>
              <a:gdLst/>
              <a:ahLst/>
              <a:cxnLst/>
              <a:rect l="l" t="t" r="r" b="b"/>
              <a:pathLst>
                <a:path w="751840" h="0">
                  <a:moveTo>
                    <a:pt x="0" y="0"/>
                  </a:moveTo>
                  <a:lnTo>
                    <a:pt x="751478" y="0"/>
                  </a:lnTo>
                </a:path>
              </a:pathLst>
            </a:custGeom>
            <a:ln w="638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4063077" y="2974775"/>
              <a:ext cx="3146425" cy="3319779"/>
            </a:xfrm>
            <a:custGeom>
              <a:avLst/>
              <a:gdLst/>
              <a:ahLst/>
              <a:cxnLst/>
              <a:rect l="l" t="t" r="r" b="b"/>
              <a:pathLst>
                <a:path w="3146425" h="3319779">
                  <a:moveTo>
                    <a:pt x="2114328" y="3319196"/>
                  </a:moveTo>
                  <a:lnTo>
                    <a:pt x="2114328" y="0"/>
                  </a:lnTo>
                </a:path>
                <a:path w="3146425" h="3319779">
                  <a:moveTo>
                    <a:pt x="2394540" y="153193"/>
                  </a:moveTo>
                  <a:lnTo>
                    <a:pt x="3146019" y="153193"/>
                  </a:lnTo>
                </a:path>
                <a:path w="3146425" h="3319779">
                  <a:moveTo>
                    <a:pt x="0" y="331919"/>
                  </a:moveTo>
                  <a:lnTo>
                    <a:pt x="1579378" y="331919"/>
                  </a:lnTo>
                </a:path>
              </a:pathLst>
            </a:custGeom>
            <a:ln w="127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6457618" y="3306695"/>
              <a:ext cx="300990" cy="0"/>
            </a:xfrm>
            <a:custGeom>
              <a:avLst/>
              <a:gdLst/>
              <a:ahLst/>
              <a:cxnLst/>
              <a:rect l="l" t="t" r="r" b="b"/>
              <a:pathLst>
                <a:path w="300990" h="0">
                  <a:moveTo>
                    <a:pt x="0" y="0"/>
                  </a:moveTo>
                  <a:lnTo>
                    <a:pt x="300852" y="0"/>
                  </a:lnTo>
                </a:path>
              </a:pathLst>
            </a:custGeom>
            <a:ln w="127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7209096" y="3127969"/>
              <a:ext cx="4636770" cy="1379220"/>
            </a:xfrm>
            <a:custGeom>
              <a:avLst/>
              <a:gdLst/>
              <a:ahLst/>
              <a:cxnLst/>
              <a:rect l="l" t="t" r="r" b="b"/>
              <a:pathLst>
                <a:path w="4636770" h="1379220">
                  <a:moveTo>
                    <a:pt x="4636238" y="1378743"/>
                  </a:moveTo>
                  <a:lnTo>
                    <a:pt x="4636238" y="0"/>
                  </a:lnTo>
                </a:path>
                <a:path w="4636770" h="1379220">
                  <a:moveTo>
                    <a:pt x="0" y="395750"/>
                  </a:moveTo>
                  <a:lnTo>
                    <a:pt x="1502956" y="395750"/>
                  </a:lnTo>
                </a:path>
              </a:pathLst>
            </a:custGeom>
            <a:ln w="382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063077" y="3651381"/>
              <a:ext cx="318770" cy="0"/>
            </a:xfrm>
            <a:custGeom>
              <a:avLst/>
              <a:gdLst/>
              <a:ahLst/>
              <a:cxnLst/>
              <a:rect l="l" t="t" r="r" b="b"/>
              <a:pathLst>
                <a:path w="318770" h="0">
                  <a:moveTo>
                    <a:pt x="0" y="0"/>
                  </a:moveTo>
                  <a:lnTo>
                    <a:pt x="318422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6699619" y="3651381"/>
              <a:ext cx="509905" cy="0"/>
            </a:xfrm>
            <a:custGeom>
              <a:avLst/>
              <a:gdLst/>
              <a:ahLst/>
              <a:cxnLst/>
              <a:rect l="l" t="t" r="r" b="b"/>
              <a:pathLst>
                <a:path w="509904" h="0">
                  <a:moveTo>
                    <a:pt x="0" y="0"/>
                  </a:moveTo>
                  <a:lnTo>
                    <a:pt x="58850" y="0"/>
                  </a:lnTo>
                </a:path>
                <a:path w="509904" h="0">
                  <a:moveTo>
                    <a:pt x="402747" y="0"/>
                  </a:moveTo>
                  <a:lnTo>
                    <a:pt x="509476" y="0"/>
                  </a:lnTo>
                </a:path>
              </a:pathLst>
            </a:custGeom>
            <a:ln w="127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7209096" y="3651381"/>
              <a:ext cx="484505" cy="0"/>
            </a:xfrm>
            <a:custGeom>
              <a:avLst/>
              <a:gdLst/>
              <a:ahLst/>
              <a:cxnLst/>
              <a:rect l="l" t="t" r="r" b="b"/>
              <a:pathLst>
                <a:path w="484504" h="0">
                  <a:moveTo>
                    <a:pt x="0" y="0"/>
                  </a:moveTo>
                  <a:lnTo>
                    <a:pt x="484002" y="0"/>
                  </a:lnTo>
                </a:path>
              </a:pathLst>
            </a:custGeom>
            <a:ln w="638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7693099" y="3651381"/>
              <a:ext cx="1019175" cy="0"/>
            </a:xfrm>
            <a:custGeom>
              <a:avLst/>
              <a:gdLst/>
              <a:ahLst/>
              <a:cxnLst/>
              <a:rect l="l" t="t" r="r" b="b"/>
              <a:pathLst>
                <a:path w="1019175" h="0">
                  <a:moveTo>
                    <a:pt x="0" y="0"/>
                  </a:moveTo>
                  <a:lnTo>
                    <a:pt x="1018953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4063077" y="3817341"/>
              <a:ext cx="318770" cy="0"/>
            </a:xfrm>
            <a:custGeom>
              <a:avLst/>
              <a:gdLst/>
              <a:ahLst/>
              <a:cxnLst/>
              <a:rect l="l" t="t" r="r" b="b"/>
              <a:pathLst>
                <a:path w="318770" h="0">
                  <a:moveTo>
                    <a:pt x="0" y="0"/>
                  </a:moveTo>
                  <a:lnTo>
                    <a:pt x="318422" y="0"/>
                  </a:lnTo>
                </a:path>
              </a:pathLst>
            </a:custGeom>
            <a:ln w="127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6699619" y="3817341"/>
              <a:ext cx="2012950" cy="0"/>
            </a:xfrm>
            <a:custGeom>
              <a:avLst/>
              <a:gdLst/>
              <a:ahLst/>
              <a:cxnLst/>
              <a:rect l="l" t="t" r="r" b="b"/>
              <a:pathLst>
                <a:path w="2012950" h="0">
                  <a:moveTo>
                    <a:pt x="0" y="0"/>
                  </a:moveTo>
                  <a:lnTo>
                    <a:pt x="58850" y="0"/>
                  </a:lnTo>
                </a:path>
                <a:path w="2012950" h="0">
                  <a:moveTo>
                    <a:pt x="402747" y="0"/>
                  </a:moveTo>
                  <a:lnTo>
                    <a:pt x="644749" y="0"/>
                  </a:lnTo>
                </a:path>
                <a:path w="2012950" h="0">
                  <a:moveTo>
                    <a:pt x="975909" y="0"/>
                  </a:moveTo>
                  <a:lnTo>
                    <a:pt x="2012433" y="0"/>
                  </a:lnTo>
                </a:path>
              </a:pathLst>
            </a:custGeom>
            <a:ln w="127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4063077" y="3996067"/>
              <a:ext cx="1172210" cy="0"/>
            </a:xfrm>
            <a:custGeom>
              <a:avLst/>
              <a:gdLst/>
              <a:ahLst/>
              <a:cxnLst/>
              <a:rect l="l" t="t" r="r" b="b"/>
              <a:pathLst>
                <a:path w="1172210" h="0">
                  <a:moveTo>
                    <a:pt x="0" y="0"/>
                  </a:moveTo>
                  <a:lnTo>
                    <a:pt x="1171796" y="0"/>
                  </a:lnTo>
                </a:path>
              </a:pathLst>
            </a:custGeom>
            <a:ln w="127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6699619" y="3996067"/>
              <a:ext cx="509905" cy="0"/>
            </a:xfrm>
            <a:custGeom>
              <a:avLst/>
              <a:gdLst/>
              <a:ahLst/>
              <a:cxnLst/>
              <a:rect l="l" t="t" r="r" b="b"/>
              <a:pathLst>
                <a:path w="509904" h="0">
                  <a:moveTo>
                    <a:pt x="0" y="0"/>
                  </a:moveTo>
                  <a:lnTo>
                    <a:pt x="509476" y="0"/>
                  </a:lnTo>
                </a:path>
              </a:pathLst>
            </a:custGeom>
            <a:ln w="382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4063077" y="4302454"/>
              <a:ext cx="7782559" cy="1724025"/>
            </a:xfrm>
            <a:custGeom>
              <a:avLst/>
              <a:gdLst/>
              <a:ahLst/>
              <a:cxnLst/>
              <a:rect l="l" t="t" r="r" b="b"/>
              <a:pathLst>
                <a:path w="7782559" h="1724025">
                  <a:moveTo>
                    <a:pt x="0" y="0"/>
                  </a:moveTo>
                  <a:lnTo>
                    <a:pt x="318422" y="0"/>
                  </a:lnTo>
                </a:path>
                <a:path w="7782559" h="1724025">
                  <a:moveTo>
                    <a:pt x="7782257" y="1723429"/>
                  </a:moveTo>
                  <a:lnTo>
                    <a:pt x="7782257" y="204258"/>
                  </a:lnTo>
                </a:path>
              </a:pathLst>
            </a:custGeom>
            <a:ln w="255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2725700" y="4838632"/>
              <a:ext cx="1656080" cy="0"/>
            </a:xfrm>
            <a:custGeom>
              <a:avLst/>
              <a:gdLst/>
              <a:ahLst/>
              <a:cxnLst/>
              <a:rect l="l" t="t" r="r" b="b"/>
              <a:pathLst>
                <a:path w="1656079" h="0">
                  <a:moveTo>
                    <a:pt x="0" y="0"/>
                  </a:moveTo>
                  <a:lnTo>
                    <a:pt x="1655799" y="0"/>
                  </a:lnTo>
                </a:path>
              </a:pathLst>
            </a:custGeom>
            <a:ln w="638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6457618" y="4838632"/>
              <a:ext cx="751840" cy="0"/>
            </a:xfrm>
            <a:custGeom>
              <a:avLst/>
              <a:gdLst/>
              <a:ahLst/>
              <a:cxnLst/>
              <a:rect l="l" t="t" r="r" b="b"/>
              <a:pathLst>
                <a:path w="751840" h="0">
                  <a:moveTo>
                    <a:pt x="0" y="0"/>
                  </a:moveTo>
                  <a:lnTo>
                    <a:pt x="300852" y="0"/>
                  </a:lnTo>
                </a:path>
                <a:path w="751840" h="0">
                  <a:moveTo>
                    <a:pt x="644749" y="0"/>
                  </a:moveTo>
                  <a:lnTo>
                    <a:pt x="751478" y="0"/>
                  </a:lnTo>
                </a:path>
              </a:pathLst>
            </a:custGeom>
            <a:ln w="127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3884760" y="2234339"/>
              <a:ext cx="0" cy="5413375"/>
            </a:xfrm>
            <a:custGeom>
              <a:avLst/>
              <a:gdLst/>
              <a:ahLst/>
              <a:cxnLst/>
              <a:rect l="l" t="t" r="r" b="b"/>
              <a:pathLst>
                <a:path w="0" h="5413375">
                  <a:moveTo>
                    <a:pt x="0" y="5412844"/>
                  </a:moveTo>
                  <a:lnTo>
                    <a:pt x="0" y="0"/>
                  </a:lnTo>
                </a:path>
              </a:pathLst>
            </a:custGeom>
            <a:ln w="891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6699619" y="4991826"/>
              <a:ext cx="59055" cy="0"/>
            </a:xfrm>
            <a:custGeom>
              <a:avLst/>
              <a:gdLst/>
              <a:ahLst/>
              <a:cxnLst/>
              <a:rect l="l" t="t" r="r" b="b"/>
              <a:pathLst>
                <a:path w="59054" h="0">
                  <a:moveTo>
                    <a:pt x="0" y="0"/>
                  </a:moveTo>
                  <a:lnTo>
                    <a:pt x="58850" y="0"/>
                  </a:lnTo>
                </a:path>
              </a:pathLst>
            </a:custGeom>
            <a:ln w="127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7209096" y="5234382"/>
              <a:ext cx="1503045" cy="0"/>
            </a:xfrm>
            <a:custGeom>
              <a:avLst/>
              <a:gdLst/>
              <a:ahLst/>
              <a:cxnLst/>
              <a:rect l="l" t="t" r="r" b="b"/>
              <a:pathLst>
                <a:path w="1503045" h="0">
                  <a:moveTo>
                    <a:pt x="0" y="0"/>
                  </a:moveTo>
                  <a:lnTo>
                    <a:pt x="1502956" y="0"/>
                  </a:lnTo>
                </a:path>
              </a:pathLst>
            </a:custGeom>
            <a:ln w="51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8712053" y="5234382"/>
              <a:ext cx="815340" cy="0"/>
            </a:xfrm>
            <a:custGeom>
              <a:avLst/>
              <a:gdLst/>
              <a:ahLst/>
              <a:cxnLst/>
              <a:rect l="l" t="t" r="r" b="b"/>
              <a:pathLst>
                <a:path w="815340" h="0">
                  <a:moveTo>
                    <a:pt x="0" y="0"/>
                  </a:moveTo>
                  <a:lnTo>
                    <a:pt x="815162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6699619" y="5336512"/>
              <a:ext cx="2012950" cy="344805"/>
            </a:xfrm>
            <a:custGeom>
              <a:avLst/>
              <a:gdLst/>
              <a:ahLst/>
              <a:cxnLst/>
              <a:rect l="l" t="t" r="r" b="b"/>
              <a:pathLst>
                <a:path w="2012950" h="344804">
                  <a:moveTo>
                    <a:pt x="0" y="0"/>
                  </a:moveTo>
                  <a:lnTo>
                    <a:pt x="58850" y="0"/>
                  </a:lnTo>
                </a:path>
                <a:path w="2012950" h="344804">
                  <a:moveTo>
                    <a:pt x="402747" y="0"/>
                  </a:moveTo>
                  <a:lnTo>
                    <a:pt x="993479" y="0"/>
                  </a:lnTo>
                </a:path>
                <a:path w="2012950" h="344804">
                  <a:moveTo>
                    <a:pt x="0" y="165959"/>
                  </a:moveTo>
                  <a:lnTo>
                    <a:pt x="58850" y="165959"/>
                  </a:lnTo>
                </a:path>
                <a:path w="2012950" h="344804">
                  <a:moveTo>
                    <a:pt x="402747" y="165959"/>
                  </a:moveTo>
                  <a:lnTo>
                    <a:pt x="488588" y="165959"/>
                  </a:lnTo>
                </a:path>
                <a:path w="2012950" h="344804">
                  <a:moveTo>
                    <a:pt x="989745" y="165959"/>
                  </a:moveTo>
                  <a:lnTo>
                    <a:pt x="2012433" y="165959"/>
                  </a:lnTo>
                </a:path>
                <a:path w="2012950" h="344804">
                  <a:moveTo>
                    <a:pt x="0" y="344685"/>
                  </a:moveTo>
                  <a:lnTo>
                    <a:pt x="488588" y="344685"/>
                  </a:lnTo>
                </a:path>
              </a:pathLst>
            </a:custGeom>
            <a:ln w="127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5540559" y="6242908"/>
              <a:ext cx="6508750" cy="0"/>
            </a:xfrm>
            <a:custGeom>
              <a:avLst/>
              <a:gdLst/>
              <a:ahLst/>
              <a:cxnLst/>
              <a:rect l="l" t="t" r="r" b="b"/>
              <a:pathLst>
                <a:path w="6508750" h="0">
                  <a:moveTo>
                    <a:pt x="0" y="0"/>
                  </a:moveTo>
                  <a:lnTo>
                    <a:pt x="6508565" y="0"/>
                  </a:lnTo>
                </a:path>
              </a:pathLst>
            </a:custGeom>
            <a:ln w="1021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11845334" y="6025883"/>
              <a:ext cx="0" cy="268605"/>
            </a:xfrm>
            <a:custGeom>
              <a:avLst/>
              <a:gdLst/>
              <a:ahLst/>
              <a:cxnLst/>
              <a:rect l="l" t="t" r="r" b="b"/>
              <a:pathLst>
                <a:path w="0" h="268604">
                  <a:moveTo>
                    <a:pt x="0" y="268088"/>
                  </a:moveTo>
                  <a:lnTo>
                    <a:pt x="0" y="0"/>
                  </a:lnTo>
                </a:path>
              </a:pathLst>
            </a:custGeom>
            <a:ln w="38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5846245" y="6434400"/>
              <a:ext cx="1847214" cy="0"/>
            </a:xfrm>
            <a:custGeom>
              <a:avLst/>
              <a:gdLst/>
              <a:ahLst/>
              <a:cxnLst/>
              <a:rect l="l" t="t" r="r" b="b"/>
              <a:pathLst>
                <a:path w="1847215" h="0">
                  <a:moveTo>
                    <a:pt x="0" y="0"/>
                  </a:moveTo>
                  <a:lnTo>
                    <a:pt x="331159" y="0"/>
                  </a:lnTo>
                </a:path>
                <a:path w="1847215" h="0">
                  <a:moveTo>
                    <a:pt x="1362850" y="0"/>
                  </a:moveTo>
                  <a:lnTo>
                    <a:pt x="1846853" y="0"/>
                  </a:lnTo>
                </a:path>
              </a:pathLst>
            </a:custGeom>
            <a:ln w="510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9527215" y="6536529"/>
              <a:ext cx="930275" cy="0"/>
            </a:xfrm>
            <a:custGeom>
              <a:avLst/>
              <a:gdLst/>
              <a:ahLst/>
              <a:cxnLst/>
              <a:rect l="l" t="t" r="r" b="b"/>
              <a:pathLst>
                <a:path w="930275" h="0">
                  <a:moveTo>
                    <a:pt x="0" y="0"/>
                  </a:moveTo>
                  <a:lnTo>
                    <a:pt x="929795" y="0"/>
                  </a:lnTo>
                </a:path>
              </a:pathLst>
            </a:custGeom>
            <a:ln w="382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10457010" y="6191843"/>
              <a:ext cx="1401445" cy="1506855"/>
            </a:xfrm>
            <a:custGeom>
              <a:avLst/>
              <a:gdLst/>
              <a:ahLst/>
              <a:cxnLst/>
              <a:rect l="l" t="t" r="r" b="b"/>
              <a:pathLst>
                <a:path w="1401445" h="1506854">
                  <a:moveTo>
                    <a:pt x="0" y="344685"/>
                  </a:moveTo>
                  <a:lnTo>
                    <a:pt x="1401061" y="344685"/>
                  </a:lnTo>
                </a:path>
                <a:path w="1401445" h="1506854">
                  <a:moveTo>
                    <a:pt x="1388324" y="1506404"/>
                  </a:moveTo>
                  <a:lnTo>
                    <a:pt x="1388324" y="0"/>
                  </a:lnTo>
                </a:path>
              </a:pathLst>
            </a:custGeom>
            <a:ln w="255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5527822" y="6428017"/>
              <a:ext cx="127635" cy="114935"/>
            </a:xfrm>
            <a:custGeom>
              <a:avLst/>
              <a:gdLst/>
              <a:ahLst/>
              <a:cxnLst/>
              <a:rect l="l" t="t" r="r" b="b"/>
              <a:pathLst>
                <a:path w="127635" h="114934">
                  <a:moveTo>
                    <a:pt x="0" y="0"/>
                  </a:moveTo>
                  <a:lnTo>
                    <a:pt x="127369" y="0"/>
                  </a:lnTo>
                  <a:lnTo>
                    <a:pt x="127369" y="114895"/>
                  </a:lnTo>
                  <a:lnTo>
                    <a:pt x="0" y="1148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5540559" y="6536529"/>
              <a:ext cx="3987165" cy="0"/>
            </a:xfrm>
            <a:custGeom>
              <a:avLst/>
              <a:gdLst/>
              <a:ahLst/>
              <a:cxnLst/>
              <a:rect l="l" t="t" r="r" b="b"/>
              <a:pathLst>
                <a:path w="3987165" h="0">
                  <a:moveTo>
                    <a:pt x="0" y="0"/>
                  </a:moveTo>
                  <a:lnTo>
                    <a:pt x="3986655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11845334" y="6536529"/>
              <a:ext cx="203835" cy="0"/>
            </a:xfrm>
            <a:custGeom>
              <a:avLst/>
              <a:gdLst/>
              <a:ahLst/>
              <a:cxnLst/>
              <a:rect l="l" t="t" r="r" b="b"/>
              <a:pathLst>
                <a:path w="203834" h="0">
                  <a:moveTo>
                    <a:pt x="0" y="0"/>
                  </a:moveTo>
                  <a:lnTo>
                    <a:pt x="203790" y="0"/>
                  </a:lnTo>
                </a:path>
              </a:pathLst>
            </a:custGeom>
            <a:ln w="382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5591507" y="6536529"/>
              <a:ext cx="0" cy="1149350"/>
            </a:xfrm>
            <a:custGeom>
              <a:avLst/>
              <a:gdLst/>
              <a:ahLst/>
              <a:cxnLst/>
              <a:rect l="l" t="t" r="r" b="b"/>
              <a:pathLst>
                <a:path w="0" h="1149350">
                  <a:moveTo>
                    <a:pt x="0" y="1148952"/>
                  </a:moveTo>
                  <a:lnTo>
                    <a:pt x="0" y="0"/>
                  </a:lnTo>
                </a:path>
              </a:pathLst>
            </a:custGeom>
            <a:ln w="1018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4381500" y="7225900"/>
              <a:ext cx="0" cy="485140"/>
            </a:xfrm>
            <a:custGeom>
              <a:avLst/>
              <a:gdLst/>
              <a:ahLst/>
              <a:cxnLst/>
              <a:rect l="l" t="t" r="r" b="b"/>
              <a:pathLst>
                <a:path w="0" h="485140">
                  <a:moveTo>
                    <a:pt x="0" y="485113"/>
                  </a:moveTo>
                  <a:lnTo>
                    <a:pt x="0" y="0"/>
                  </a:lnTo>
                </a:path>
              </a:pathLst>
            </a:custGeom>
            <a:ln w="254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3846549" y="7576969"/>
              <a:ext cx="2000250" cy="140970"/>
            </a:xfrm>
            <a:custGeom>
              <a:avLst/>
              <a:gdLst/>
              <a:ahLst/>
              <a:cxnLst/>
              <a:rect l="l" t="t" r="r" b="b"/>
              <a:pathLst>
                <a:path w="2000250" h="140970">
                  <a:moveTo>
                    <a:pt x="0" y="0"/>
                  </a:moveTo>
                  <a:lnTo>
                    <a:pt x="1999696" y="0"/>
                  </a:lnTo>
                  <a:lnTo>
                    <a:pt x="1999696" y="140427"/>
                  </a:lnTo>
                  <a:lnTo>
                    <a:pt x="0" y="1404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8712053" y="7340796"/>
              <a:ext cx="0" cy="970280"/>
            </a:xfrm>
            <a:custGeom>
              <a:avLst/>
              <a:gdLst/>
              <a:ahLst/>
              <a:cxnLst/>
              <a:rect l="l" t="t" r="r" b="b"/>
              <a:pathLst>
                <a:path w="0" h="970279">
                  <a:moveTo>
                    <a:pt x="0" y="970226"/>
                  </a:moveTo>
                  <a:lnTo>
                    <a:pt x="0" y="0"/>
                  </a:lnTo>
                </a:path>
              </a:pathLst>
            </a:custGeom>
            <a:ln w="636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5846245" y="7647183"/>
              <a:ext cx="6203315" cy="0"/>
            </a:xfrm>
            <a:custGeom>
              <a:avLst/>
              <a:gdLst/>
              <a:ahLst/>
              <a:cxnLst/>
              <a:rect l="l" t="t" r="r" b="b"/>
              <a:pathLst>
                <a:path w="6203315" h="0">
                  <a:moveTo>
                    <a:pt x="0" y="0"/>
                  </a:moveTo>
                  <a:lnTo>
                    <a:pt x="4784248" y="0"/>
                  </a:lnTo>
                </a:path>
                <a:path w="6203315" h="0">
                  <a:moveTo>
                    <a:pt x="5115407" y="0"/>
                  </a:moveTo>
                  <a:lnTo>
                    <a:pt x="6202879" y="0"/>
                  </a:lnTo>
                </a:path>
              </a:pathLst>
            </a:custGeom>
            <a:ln w="1021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11845334" y="7608885"/>
              <a:ext cx="0" cy="281305"/>
            </a:xfrm>
            <a:custGeom>
              <a:avLst/>
              <a:gdLst/>
              <a:ahLst/>
              <a:cxnLst/>
              <a:rect l="l" t="t" r="r" b="b"/>
              <a:pathLst>
                <a:path w="0" h="281304">
                  <a:moveTo>
                    <a:pt x="0" y="280855"/>
                  </a:moveTo>
                  <a:lnTo>
                    <a:pt x="0" y="0"/>
                  </a:lnTo>
                </a:path>
              </a:pathLst>
            </a:custGeom>
            <a:ln w="38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4063077" y="8132296"/>
              <a:ext cx="6903720" cy="0"/>
            </a:xfrm>
            <a:custGeom>
              <a:avLst/>
              <a:gdLst/>
              <a:ahLst/>
              <a:cxnLst/>
              <a:rect l="l" t="t" r="r" b="b"/>
              <a:pathLst>
                <a:path w="6903720" h="0">
                  <a:moveTo>
                    <a:pt x="0" y="0"/>
                  </a:moveTo>
                  <a:lnTo>
                    <a:pt x="654747" y="0"/>
                  </a:lnTo>
                </a:path>
                <a:path w="6903720" h="0">
                  <a:moveTo>
                    <a:pt x="769379" y="0"/>
                  </a:moveTo>
                  <a:lnTo>
                    <a:pt x="6903410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7540161" y="1328298"/>
              <a:ext cx="127635" cy="666115"/>
            </a:xfrm>
            <a:custGeom>
              <a:avLst/>
              <a:gdLst/>
              <a:ahLst/>
              <a:cxnLst/>
              <a:rect l="l" t="t" r="r" b="b"/>
              <a:pathLst>
                <a:path w="127634" h="666114">
                  <a:moveTo>
                    <a:pt x="127369" y="665809"/>
                  </a:moveTo>
                  <a:lnTo>
                    <a:pt x="0" y="665809"/>
                  </a:lnTo>
                  <a:lnTo>
                    <a:pt x="0" y="0"/>
                  </a:lnTo>
                  <a:lnTo>
                    <a:pt x="127369" y="0"/>
                  </a:lnTo>
                  <a:lnTo>
                    <a:pt x="127369" y="665809"/>
                  </a:lnTo>
                  <a:close/>
                </a:path>
              </a:pathLst>
            </a:custGeom>
            <a:solidFill>
              <a:srgbClr val="F4F2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3845848" y="1651731"/>
              <a:ext cx="3692525" cy="0"/>
            </a:xfrm>
            <a:custGeom>
              <a:avLst/>
              <a:gdLst/>
              <a:ahLst/>
              <a:cxnLst/>
              <a:rect l="l" t="t" r="r" b="b"/>
              <a:pathLst>
                <a:path w="3692525" h="0">
                  <a:moveTo>
                    <a:pt x="0" y="0"/>
                  </a:moveTo>
                  <a:lnTo>
                    <a:pt x="3692417" y="0"/>
                  </a:lnTo>
                </a:path>
              </a:pathLst>
            </a:custGeom>
            <a:ln w="31294">
              <a:solidFill>
                <a:srgbClr val="788F98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" name="object 64"/>
          <p:cNvSpPr txBox="1"/>
          <p:nvPr/>
        </p:nvSpPr>
        <p:spPr>
          <a:xfrm>
            <a:off x="3884644" y="396081"/>
            <a:ext cx="9738360" cy="7302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600" spc="215" b="1">
                <a:solidFill>
                  <a:srgbClr val="1C1C1A"/>
                </a:solidFill>
                <a:latin typeface="Arial"/>
                <a:cs typeface="Arial"/>
              </a:rPr>
              <a:t>The</a:t>
            </a:r>
            <a:r>
              <a:rPr dirty="0" sz="4600" spc="-229" b="1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dirty="0" sz="4600" spc="135" b="1">
                <a:solidFill>
                  <a:srgbClr val="1C1C1A"/>
                </a:solidFill>
                <a:latin typeface="Arial"/>
                <a:cs typeface="Arial"/>
              </a:rPr>
              <a:t>Cockpit:</a:t>
            </a:r>
            <a:r>
              <a:rPr dirty="0" sz="4600" spc="-165" b="1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dirty="0" sz="4600" b="1">
                <a:solidFill>
                  <a:srgbClr val="1C1C1A"/>
                </a:solidFill>
                <a:latin typeface="Arial"/>
                <a:cs typeface="Arial"/>
              </a:rPr>
              <a:t>Your</a:t>
            </a:r>
            <a:r>
              <a:rPr dirty="0" sz="4600" spc="-75" b="1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dirty="0" sz="4600" b="1">
                <a:solidFill>
                  <a:srgbClr val="1C1C1A"/>
                </a:solidFill>
                <a:latin typeface="Arial"/>
                <a:cs typeface="Arial"/>
              </a:rPr>
              <a:t>IDE</a:t>
            </a:r>
            <a:r>
              <a:rPr dirty="0" sz="4600" spc="-45" b="1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dirty="0" sz="4600" spc="65" b="1">
                <a:solidFill>
                  <a:srgbClr val="1C1C1A"/>
                </a:solidFill>
                <a:latin typeface="Arial"/>
                <a:cs typeface="Arial"/>
              </a:rPr>
              <a:t>(Cursor</a:t>
            </a:r>
            <a:r>
              <a:rPr dirty="0" sz="4600" spc="250" b="1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dirty="0" sz="4600" spc="105" b="1">
                <a:solidFill>
                  <a:srgbClr val="1C1C1A"/>
                </a:solidFill>
                <a:latin typeface="Arial"/>
                <a:cs typeface="Arial"/>
              </a:rPr>
              <a:t>Al)</a:t>
            </a:r>
            <a:endParaRPr sz="460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7527459" y="1391840"/>
            <a:ext cx="393065" cy="4394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700" spc="1200" b="1">
                <a:solidFill>
                  <a:srgbClr val="A7AEAF"/>
                </a:solidFill>
                <a:latin typeface="Courier New"/>
                <a:cs typeface="Courier New"/>
              </a:rPr>
              <a:t>A</a:t>
            </a:r>
            <a:endParaRPr sz="2700">
              <a:latin typeface="Courier New"/>
              <a:cs typeface="Courier New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3487687" y="1635856"/>
            <a:ext cx="8128634" cy="179070"/>
            <a:chOff x="3487687" y="1635856"/>
            <a:chExt cx="8128634" cy="179070"/>
          </a:xfrm>
        </p:grpSpPr>
        <p:sp>
          <p:nvSpPr>
            <p:cNvPr id="67" name="object 67"/>
            <p:cNvSpPr/>
            <p:nvPr/>
          </p:nvSpPr>
          <p:spPr>
            <a:xfrm>
              <a:off x="7909396" y="1651731"/>
              <a:ext cx="3690620" cy="0"/>
            </a:xfrm>
            <a:custGeom>
              <a:avLst/>
              <a:gdLst/>
              <a:ahLst/>
              <a:cxnLst/>
              <a:rect l="l" t="t" r="r" b="b"/>
              <a:pathLst>
                <a:path w="3690620" h="0">
                  <a:moveTo>
                    <a:pt x="0" y="0"/>
                  </a:moveTo>
                  <a:lnTo>
                    <a:pt x="3690462" y="0"/>
                  </a:lnTo>
                </a:path>
              </a:pathLst>
            </a:custGeom>
            <a:ln w="31294">
              <a:solidFill>
                <a:srgbClr val="788F98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3487687" y="1694626"/>
              <a:ext cx="26034" cy="120650"/>
            </a:xfrm>
            <a:custGeom>
              <a:avLst/>
              <a:gdLst/>
              <a:ahLst/>
              <a:cxnLst/>
              <a:rect l="l" t="t" r="r" b="b"/>
              <a:pathLst>
                <a:path w="26035" h="120650">
                  <a:moveTo>
                    <a:pt x="25473" y="120299"/>
                  </a:moveTo>
                  <a:lnTo>
                    <a:pt x="0" y="120299"/>
                  </a:lnTo>
                  <a:lnTo>
                    <a:pt x="0" y="0"/>
                  </a:lnTo>
                  <a:lnTo>
                    <a:pt x="25473" y="0"/>
                  </a:lnTo>
                  <a:lnTo>
                    <a:pt x="25473" y="120299"/>
                  </a:lnTo>
                  <a:close/>
                </a:path>
              </a:pathLst>
            </a:custGeom>
            <a:solidFill>
              <a:srgbClr val="F4F2E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9" name="object 69"/>
          <p:cNvSpPr txBox="1"/>
          <p:nvPr/>
        </p:nvSpPr>
        <p:spPr>
          <a:xfrm>
            <a:off x="903011" y="4621676"/>
            <a:ext cx="1607185" cy="113411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7145" marR="5080" indent="-5080">
              <a:lnSpc>
                <a:spcPct val="101200"/>
              </a:lnSpc>
              <a:spcBef>
                <a:spcPts val="75"/>
              </a:spcBef>
            </a:pPr>
            <a:r>
              <a:rPr dirty="0" sz="2400" spc="70">
                <a:solidFill>
                  <a:srgbClr val="1C1C1A"/>
                </a:solidFill>
                <a:latin typeface="Arial"/>
                <a:cs typeface="Arial"/>
              </a:rPr>
              <a:t>Vis</a:t>
            </a:r>
            <a:r>
              <a:rPr dirty="0" sz="2400" spc="70">
                <a:solidFill>
                  <a:srgbClr val="010100"/>
                </a:solidFill>
                <a:latin typeface="Arial"/>
                <a:cs typeface="Arial"/>
              </a:rPr>
              <a:t>u</a:t>
            </a:r>
            <a:r>
              <a:rPr dirty="0" sz="2400" spc="70">
                <a:solidFill>
                  <a:srgbClr val="1C1C1A"/>
                </a:solidFill>
                <a:latin typeface="Arial"/>
                <a:cs typeface="Arial"/>
              </a:rPr>
              <a:t>a</a:t>
            </a:r>
            <a:r>
              <a:rPr dirty="0" sz="2400" spc="70">
                <a:solidFill>
                  <a:srgbClr val="010100"/>
                </a:solidFill>
                <a:latin typeface="Arial"/>
                <a:cs typeface="Arial"/>
              </a:rPr>
              <a:t>lizin</a:t>
            </a:r>
            <a:r>
              <a:rPr dirty="0" sz="2400" spc="70">
                <a:solidFill>
                  <a:srgbClr val="1C1C1A"/>
                </a:solidFill>
                <a:latin typeface="Arial"/>
                <a:cs typeface="Arial"/>
              </a:rPr>
              <a:t>g </a:t>
            </a:r>
            <a:r>
              <a:rPr dirty="0" sz="2400" spc="85">
                <a:solidFill>
                  <a:srgbClr val="010100"/>
                </a:solidFill>
                <a:latin typeface="Arial"/>
                <a:cs typeface="Arial"/>
              </a:rPr>
              <a:t>pr</a:t>
            </a:r>
            <a:r>
              <a:rPr dirty="0" sz="2400" spc="85">
                <a:solidFill>
                  <a:srgbClr val="1C1C1A"/>
                </a:solidFill>
                <a:latin typeface="Arial"/>
                <a:cs typeface="Arial"/>
              </a:rPr>
              <a:t>o</a:t>
            </a:r>
            <a:r>
              <a:rPr dirty="0" sz="2400" spc="85">
                <a:solidFill>
                  <a:srgbClr val="010100"/>
                </a:solidFill>
                <a:latin typeface="Arial"/>
                <a:cs typeface="Arial"/>
              </a:rPr>
              <a:t>j</a:t>
            </a:r>
            <a:r>
              <a:rPr dirty="0" sz="2400" spc="85">
                <a:solidFill>
                  <a:srgbClr val="1C1C1A"/>
                </a:solidFill>
                <a:latin typeface="Arial"/>
                <a:cs typeface="Arial"/>
              </a:rPr>
              <a:t>ec</a:t>
            </a:r>
            <a:r>
              <a:rPr dirty="0" sz="2400" spc="85">
                <a:solidFill>
                  <a:srgbClr val="010100"/>
                </a:solidFill>
                <a:latin typeface="Arial"/>
                <a:cs typeface="Arial"/>
              </a:rPr>
              <a:t>t </a:t>
            </a:r>
            <a:r>
              <a:rPr dirty="0" sz="2400" spc="114">
                <a:solidFill>
                  <a:srgbClr val="1C1C1A"/>
                </a:solidFill>
                <a:latin typeface="Arial"/>
                <a:cs typeface="Arial"/>
              </a:rPr>
              <a:t>s</a:t>
            </a:r>
            <a:r>
              <a:rPr dirty="0" sz="2400" spc="114">
                <a:solidFill>
                  <a:srgbClr val="010100"/>
                </a:solidFill>
                <a:latin typeface="Arial"/>
                <a:cs typeface="Arial"/>
              </a:rPr>
              <a:t>tr</a:t>
            </a:r>
            <a:r>
              <a:rPr dirty="0" sz="2400" spc="114">
                <a:solidFill>
                  <a:srgbClr val="1C1C1A"/>
                </a:solidFill>
                <a:latin typeface="Arial"/>
                <a:cs typeface="Arial"/>
              </a:rPr>
              <a:t>uctu</a:t>
            </a:r>
            <a:r>
              <a:rPr dirty="0" sz="2400" spc="114">
                <a:solidFill>
                  <a:srgbClr val="010100"/>
                </a:solidFill>
                <a:latin typeface="Arial"/>
                <a:cs typeface="Arial"/>
              </a:rPr>
              <a:t>r</a:t>
            </a:r>
            <a:r>
              <a:rPr dirty="0" sz="2400" spc="114">
                <a:solidFill>
                  <a:srgbClr val="1C1C1A"/>
                </a:solidFill>
                <a:latin typeface="Arial"/>
                <a:cs typeface="Arial"/>
              </a:rPr>
              <a:t>e</a:t>
            </a:r>
            <a:endParaRPr sz="240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440466" y="1391840"/>
            <a:ext cx="118745" cy="4394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5"/>
              </a:spcBef>
            </a:pPr>
            <a:r>
              <a:rPr dirty="0" sz="2700" spc="-1600" b="1">
                <a:solidFill>
                  <a:srgbClr val="799099"/>
                </a:solidFill>
                <a:latin typeface="Courier New"/>
                <a:cs typeface="Courier New"/>
              </a:rPr>
              <a:t>k</a:t>
            </a:r>
            <a:r>
              <a:rPr dirty="0" baseline="-23809" sz="1050">
                <a:solidFill>
                  <a:srgbClr val="A7AEAF"/>
                </a:solidFill>
                <a:latin typeface="Times New Roman"/>
                <a:cs typeface="Times New Roman"/>
              </a:rPr>
              <a:t>I</a:t>
            </a:r>
            <a:endParaRPr baseline="-23809" sz="1050"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3527021" y="1915252"/>
            <a:ext cx="54610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635">
                <a:solidFill>
                  <a:srgbClr val="424D52"/>
                </a:solidFill>
                <a:latin typeface="Times New Roman"/>
                <a:cs typeface="Times New Roman"/>
              </a:rPr>
              <a:t>00</a:t>
            </a:r>
            <a:r>
              <a:rPr dirty="0" sz="1400" spc="635">
                <a:solidFill>
                  <a:srgbClr val="5D6262"/>
                </a:solidFill>
                <a:latin typeface="Times New Roman"/>
                <a:cs typeface="Times New Roman"/>
              </a:rPr>
              <a:t>0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5761863" y="1921387"/>
            <a:ext cx="356870" cy="226695"/>
          </a:xfrm>
          <a:custGeom>
            <a:avLst/>
            <a:gdLst/>
            <a:ahLst/>
            <a:cxnLst/>
            <a:rect l="l" t="t" r="r" b="b"/>
            <a:pathLst>
              <a:path w="356870" h="226694">
                <a:moveTo>
                  <a:pt x="356633" y="226411"/>
                </a:moveTo>
                <a:lnTo>
                  <a:pt x="0" y="226411"/>
                </a:lnTo>
                <a:lnTo>
                  <a:pt x="0" y="0"/>
                </a:lnTo>
                <a:lnTo>
                  <a:pt x="356633" y="0"/>
                </a:lnTo>
                <a:lnTo>
                  <a:pt x="356633" y="226411"/>
                </a:lnTo>
                <a:close/>
              </a:path>
            </a:pathLst>
          </a:custGeom>
          <a:solidFill>
            <a:srgbClr val="F4F2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 txBox="1"/>
          <p:nvPr/>
        </p:nvSpPr>
        <p:spPr>
          <a:xfrm>
            <a:off x="5749163" y="1915252"/>
            <a:ext cx="495934" cy="224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00" spc="570">
                <a:solidFill>
                  <a:srgbClr val="A7AEAF"/>
                </a:solidFill>
                <a:latin typeface="Arial"/>
                <a:cs typeface="Arial"/>
              </a:rPr>
              <a:t>�➔</a:t>
            </a:r>
            <a:endParaRPr sz="1300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7739762" y="1851421"/>
            <a:ext cx="210820" cy="255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00" spc="655" i="1">
                <a:solidFill>
                  <a:srgbClr val="5D6262"/>
                </a:solidFill>
                <a:latin typeface="Times New Roman"/>
                <a:cs typeface="Times New Roman"/>
              </a:rPr>
              <a:t>p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9854113" y="1921635"/>
            <a:ext cx="8382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50">
                <a:solidFill>
                  <a:srgbClr val="5D6262"/>
                </a:solidFill>
                <a:latin typeface="Times New Roman"/>
                <a:cs typeface="Times New Roman"/>
              </a:rPr>
              <a:t>I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10936114" y="1870571"/>
            <a:ext cx="930275" cy="2787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81330" algn="l"/>
              </a:tabLst>
            </a:pPr>
            <a:r>
              <a:rPr dirty="0" sz="1550" spc="-350">
                <a:solidFill>
                  <a:srgbClr val="424D52"/>
                </a:solidFill>
                <a:latin typeface="Times New Roman"/>
                <a:cs typeface="Times New Roman"/>
              </a:rPr>
              <a:t>ID</a:t>
            </a:r>
            <a:r>
              <a:rPr dirty="0" sz="1650" spc="-350">
                <a:solidFill>
                  <a:srgbClr val="5D6262"/>
                </a:solidFill>
                <a:latin typeface="Times New Roman"/>
                <a:cs typeface="Times New Roman"/>
              </a:rPr>
              <a:t>g</a:t>
            </a:r>
            <a:r>
              <a:rPr dirty="0" sz="1650">
                <a:solidFill>
                  <a:srgbClr val="5D6262"/>
                </a:solidFill>
                <a:latin typeface="Times New Roman"/>
                <a:cs typeface="Times New Roman"/>
              </a:rPr>
              <a:t>	</a:t>
            </a:r>
            <a:r>
              <a:rPr dirty="0" sz="1550" spc="-375">
                <a:solidFill>
                  <a:srgbClr val="5D6262"/>
                </a:solidFill>
                <a:latin typeface="Times New Roman"/>
                <a:cs typeface="Times New Roman"/>
              </a:rPr>
              <a:t>CD</a:t>
            </a:r>
            <a:r>
              <a:rPr dirty="0" sz="1550" spc="75">
                <a:solidFill>
                  <a:srgbClr val="5D6262"/>
                </a:solidFill>
                <a:latin typeface="Times New Roman"/>
                <a:cs typeface="Times New Roman"/>
              </a:rPr>
              <a:t> </a:t>
            </a:r>
            <a:r>
              <a:rPr dirty="0" sz="1550" spc="-25">
                <a:solidFill>
                  <a:srgbClr val="5D6262"/>
                </a:solidFill>
                <a:latin typeface="Times New Roman"/>
                <a:cs typeface="Times New Roman"/>
              </a:rPr>
              <a:t>08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3160787" y="1987815"/>
            <a:ext cx="229870" cy="352425"/>
          </a:xfrm>
          <a:custGeom>
            <a:avLst/>
            <a:gdLst/>
            <a:ahLst/>
            <a:cxnLst/>
            <a:rect l="l" t="t" r="r" b="b"/>
            <a:pathLst>
              <a:path w="229870" h="352425">
                <a:moveTo>
                  <a:pt x="229264" y="352306"/>
                </a:moveTo>
                <a:lnTo>
                  <a:pt x="0" y="352306"/>
                </a:lnTo>
                <a:lnTo>
                  <a:pt x="0" y="0"/>
                </a:lnTo>
                <a:lnTo>
                  <a:pt x="229264" y="0"/>
                </a:lnTo>
                <a:lnTo>
                  <a:pt x="229264" y="352306"/>
                </a:lnTo>
                <a:close/>
              </a:path>
            </a:pathLst>
          </a:custGeom>
          <a:solidFill>
            <a:srgbClr val="F4F2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 txBox="1"/>
          <p:nvPr/>
        </p:nvSpPr>
        <p:spPr>
          <a:xfrm>
            <a:off x="3148087" y="1985466"/>
            <a:ext cx="111125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50">
                <a:solidFill>
                  <a:srgbClr val="A7AEAF"/>
                </a:solidFill>
                <a:latin typeface="Times New Roman"/>
                <a:cs typeface="Times New Roman"/>
              </a:rPr>
              <a:t>-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6718724" y="2202490"/>
            <a:ext cx="5123815" cy="2628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>
              <a:lnSpc>
                <a:spcPct val="100000"/>
              </a:lnSpc>
              <a:spcBef>
                <a:spcPts val="105"/>
              </a:spcBef>
            </a:pPr>
            <a:r>
              <a:rPr dirty="0" sz="1450">
                <a:solidFill>
                  <a:srgbClr val="424D52"/>
                </a:solidFill>
                <a:latin typeface="Arial"/>
                <a:cs typeface="Arial"/>
              </a:rPr>
              <a:t>!&gt;</a:t>
            </a:r>
            <a:r>
              <a:rPr dirty="0" sz="1450" spc="65">
                <a:solidFill>
                  <a:srgbClr val="424D52"/>
                </a:solidFill>
                <a:latin typeface="Arial"/>
                <a:cs typeface="Arial"/>
              </a:rPr>
              <a:t> </a:t>
            </a:r>
            <a:r>
              <a:rPr dirty="0" sz="1550" spc="-50">
                <a:solidFill>
                  <a:srgbClr val="424D52"/>
                </a:solidFill>
                <a:latin typeface="Times New Roman"/>
                <a:cs typeface="Times New Roman"/>
              </a:rPr>
              <a:t>ID</a:t>
            </a:r>
            <a:r>
              <a:rPr dirty="0" sz="1550" spc="60">
                <a:solidFill>
                  <a:srgbClr val="424D52"/>
                </a:solidFill>
                <a:latin typeface="Times New Roman"/>
                <a:cs typeface="Times New Roman"/>
              </a:rPr>
              <a:t> </a:t>
            </a:r>
            <a:r>
              <a:rPr dirty="0" sz="1550" spc="-25">
                <a:solidFill>
                  <a:srgbClr val="010100"/>
                </a:solidFill>
                <a:latin typeface="Times New Roman"/>
                <a:cs typeface="Times New Roman"/>
              </a:rPr>
              <a:t>.</a:t>
            </a:r>
            <a:r>
              <a:rPr dirty="0" sz="1550" spc="-25">
                <a:solidFill>
                  <a:srgbClr val="5D6262"/>
                </a:solidFill>
                <a:latin typeface="Times New Roman"/>
                <a:cs typeface="Times New Roman"/>
              </a:rPr>
              <a:t>.</a:t>
            </a:r>
            <a:r>
              <a:rPr dirty="0" sz="1550" spc="-25">
                <a:solidFill>
                  <a:srgbClr val="424D52"/>
                </a:solidFill>
                <a:latin typeface="Times New Roman"/>
                <a:cs typeface="Times New Roman"/>
              </a:rPr>
              <a:t>.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3196364" y="2151426"/>
            <a:ext cx="65405" cy="3244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50" spc="-50">
                <a:solidFill>
                  <a:srgbClr val="5B7C95"/>
                </a:solidFill>
                <a:latin typeface="Times New Roman"/>
                <a:cs typeface="Times New Roman"/>
              </a:rPr>
              <a:t>'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5358286" y="2151426"/>
            <a:ext cx="189230" cy="3092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50" spc="-25">
                <a:solidFill>
                  <a:srgbClr val="4D6777"/>
                </a:solidFill>
                <a:latin typeface="Times New Roman"/>
                <a:cs typeface="Times New Roman"/>
              </a:rPr>
              <a:t>..</a:t>
            </a:r>
            <a:r>
              <a:rPr dirty="0" sz="1850" spc="-25">
                <a:solidFill>
                  <a:srgbClr val="5B7C95"/>
                </a:solidFill>
                <a:latin typeface="Times New Roman"/>
                <a:cs typeface="Times New Roman"/>
              </a:rPr>
              <a:t>.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6558625" y="2291853"/>
            <a:ext cx="12827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50">
                <a:solidFill>
                  <a:srgbClr val="5D6262"/>
                </a:solidFill>
                <a:latin typeface="Times New Roman"/>
                <a:cs typeface="Times New Roman"/>
              </a:rPr>
              <a:t>X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3973229" y="2591858"/>
            <a:ext cx="8445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50">
                <a:solidFill>
                  <a:srgbClr val="4D6777"/>
                </a:solidFill>
                <a:latin typeface="Times New Roman"/>
                <a:cs typeface="Times New Roman"/>
              </a:rPr>
              <a:t>V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6302310" y="2098814"/>
            <a:ext cx="89535" cy="919480"/>
          </a:xfrm>
          <a:custGeom>
            <a:avLst/>
            <a:gdLst/>
            <a:ahLst/>
            <a:cxnLst/>
            <a:rect l="l" t="t" r="r" b="b"/>
            <a:pathLst>
              <a:path w="89535" h="919480">
                <a:moveTo>
                  <a:pt x="89158" y="919433"/>
                </a:moveTo>
                <a:lnTo>
                  <a:pt x="0" y="919433"/>
                </a:lnTo>
                <a:lnTo>
                  <a:pt x="0" y="0"/>
                </a:lnTo>
                <a:lnTo>
                  <a:pt x="89158" y="0"/>
                </a:lnTo>
                <a:lnTo>
                  <a:pt x="89158" y="919433"/>
                </a:lnTo>
                <a:close/>
              </a:path>
            </a:pathLst>
          </a:custGeom>
          <a:solidFill>
            <a:srgbClr val="F4F2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 txBox="1"/>
          <p:nvPr/>
        </p:nvSpPr>
        <p:spPr>
          <a:xfrm>
            <a:off x="6289610" y="2113128"/>
            <a:ext cx="154940" cy="8451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350" spc="-840">
                <a:solidFill>
                  <a:srgbClr val="BCBDBA"/>
                </a:solidFill>
                <a:latin typeface="Times New Roman"/>
                <a:cs typeface="Times New Roman"/>
              </a:rPr>
              <a:t>-</a:t>
            </a:r>
            <a:endParaRPr sz="5350">
              <a:latin typeface="Times New Roman"/>
              <a:cs typeface="Times New Roman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11764594" y="2875243"/>
            <a:ext cx="89535" cy="128905"/>
          </a:xfrm>
          <a:custGeom>
            <a:avLst/>
            <a:gdLst/>
            <a:ahLst/>
            <a:cxnLst/>
            <a:rect l="l" t="t" r="r" b="b"/>
            <a:pathLst>
              <a:path w="89534" h="128905">
                <a:moveTo>
                  <a:pt x="89158" y="128892"/>
                </a:moveTo>
                <a:lnTo>
                  <a:pt x="0" y="128892"/>
                </a:lnTo>
                <a:lnTo>
                  <a:pt x="0" y="0"/>
                </a:lnTo>
                <a:lnTo>
                  <a:pt x="89158" y="0"/>
                </a:lnTo>
                <a:lnTo>
                  <a:pt x="89158" y="128892"/>
                </a:lnTo>
                <a:close/>
              </a:path>
            </a:pathLst>
          </a:custGeom>
          <a:solidFill>
            <a:srgbClr val="F4F2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 txBox="1"/>
          <p:nvPr/>
        </p:nvSpPr>
        <p:spPr>
          <a:xfrm>
            <a:off x="11110578" y="2866330"/>
            <a:ext cx="690245" cy="1403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5"/>
              </a:lnSpc>
            </a:pPr>
            <a:r>
              <a:rPr dirty="0" sz="4500" spc="-585">
                <a:solidFill>
                  <a:srgbClr val="424D52"/>
                </a:solidFill>
                <a:latin typeface="Times New Roman"/>
                <a:cs typeface="Times New Roman"/>
              </a:rPr>
              <a:t>[Q] </a:t>
            </a:r>
            <a:r>
              <a:rPr dirty="0" sz="750" spc="-50">
                <a:solidFill>
                  <a:srgbClr val="A7AEAF"/>
                </a:solidFill>
                <a:latin typeface="Times New Roman"/>
                <a:cs typeface="Times New Roman"/>
              </a:rPr>
              <a:t>r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4116062" y="2719520"/>
            <a:ext cx="92710" cy="255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500" spc="-195">
                <a:solidFill>
                  <a:srgbClr val="4D6777"/>
                </a:solidFill>
                <a:latin typeface="Arial"/>
                <a:cs typeface="Arial"/>
              </a:rPr>
              <a:t>&gt;</a:t>
            </a:r>
            <a:endParaRPr sz="1500">
              <a:latin typeface="Arial"/>
              <a:cs typeface="Arial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5958192" y="2593453"/>
            <a:ext cx="64135" cy="561340"/>
          </a:xfrm>
          <a:custGeom>
            <a:avLst/>
            <a:gdLst/>
            <a:ahLst/>
            <a:cxnLst/>
            <a:rect l="l" t="t" r="r" b="b"/>
            <a:pathLst>
              <a:path w="64135" h="561339">
                <a:moveTo>
                  <a:pt x="38493" y="0"/>
                </a:moveTo>
                <a:lnTo>
                  <a:pt x="279" y="0"/>
                </a:lnTo>
                <a:lnTo>
                  <a:pt x="279" y="378091"/>
                </a:lnTo>
                <a:lnTo>
                  <a:pt x="38493" y="378091"/>
                </a:lnTo>
                <a:lnTo>
                  <a:pt x="38493" y="0"/>
                </a:lnTo>
                <a:close/>
              </a:path>
              <a:path w="64135" h="561339">
                <a:moveTo>
                  <a:pt x="63690" y="389039"/>
                </a:moveTo>
                <a:lnTo>
                  <a:pt x="0" y="389039"/>
                </a:lnTo>
                <a:lnTo>
                  <a:pt x="0" y="560895"/>
                </a:lnTo>
                <a:lnTo>
                  <a:pt x="63690" y="560895"/>
                </a:lnTo>
                <a:lnTo>
                  <a:pt x="63690" y="389039"/>
                </a:lnTo>
                <a:close/>
              </a:path>
            </a:pathLst>
          </a:custGeom>
          <a:solidFill>
            <a:srgbClr val="F4F2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 txBox="1"/>
          <p:nvPr/>
        </p:nvSpPr>
        <p:spPr>
          <a:xfrm>
            <a:off x="5945502" y="2490748"/>
            <a:ext cx="102870" cy="662940"/>
          </a:xfrm>
          <a:prstGeom prst="rect">
            <a:avLst/>
          </a:prstGeom>
        </p:spPr>
        <p:txBody>
          <a:bodyPr wrap="square" lIns="0" tIns="1149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 sz="2200" spc="-50">
                <a:solidFill>
                  <a:srgbClr val="A7AEAF"/>
                </a:solidFill>
                <a:latin typeface="Times New Roman"/>
                <a:cs typeface="Times New Roman"/>
              </a:rPr>
              <a:t>,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1000" spc="55">
                <a:solidFill>
                  <a:srgbClr val="A7AEAF"/>
                </a:solidFill>
                <a:latin typeface="Times New Roman"/>
                <a:cs typeface="Times New Roman"/>
              </a:rPr>
              <a:t>2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3559521" y="2228023"/>
            <a:ext cx="285115" cy="12115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2590"/>
              </a:lnSpc>
              <a:spcBef>
                <a:spcPts val="110"/>
              </a:spcBef>
            </a:pPr>
            <a:r>
              <a:rPr dirty="0" sz="2350" spc="-335">
                <a:solidFill>
                  <a:srgbClr val="424D52"/>
                </a:solidFill>
                <a:latin typeface="Arial"/>
                <a:cs typeface="Arial"/>
              </a:rPr>
              <a:t>19</a:t>
            </a:r>
            <a:endParaRPr sz="2350">
              <a:latin typeface="Arial"/>
              <a:cs typeface="Arial"/>
            </a:endParaRPr>
          </a:p>
          <a:p>
            <a:pPr marL="81280">
              <a:lnSpc>
                <a:spcPts val="2890"/>
              </a:lnSpc>
            </a:pPr>
            <a:r>
              <a:rPr dirty="0" sz="2600" spc="-415" i="1">
                <a:solidFill>
                  <a:srgbClr val="424D52"/>
                </a:solidFill>
                <a:latin typeface="Times New Roman"/>
                <a:cs typeface="Times New Roman"/>
              </a:rPr>
              <a:t>p</a:t>
            </a:r>
            <a:endParaRPr sz="2600">
              <a:latin typeface="Times New Roman"/>
              <a:cs typeface="Times New Roman"/>
            </a:endParaRPr>
          </a:p>
          <a:p>
            <a:pPr marL="66675">
              <a:lnSpc>
                <a:spcPct val="100000"/>
              </a:lnSpc>
              <a:spcBef>
                <a:spcPts val="1200"/>
              </a:spcBef>
            </a:pPr>
            <a:r>
              <a:rPr dirty="0" sz="2200" spc="-625" i="1">
                <a:solidFill>
                  <a:srgbClr val="424D52"/>
                </a:solidFill>
                <a:latin typeface="Arial"/>
                <a:cs typeface="Arial"/>
              </a:rPr>
              <a:t>X9</a:t>
            </a:r>
            <a:endParaRPr sz="2200">
              <a:latin typeface="Arial"/>
              <a:cs typeface="Arial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4116062" y="2923778"/>
            <a:ext cx="212725" cy="4597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ts val="1705"/>
              </a:lnSpc>
              <a:spcBef>
                <a:spcPts val="105"/>
              </a:spcBef>
            </a:pPr>
            <a:r>
              <a:rPr dirty="0" sz="1500" spc="120">
                <a:solidFill>
                  <a:srgbClr val="4D6777"/>
                </a:solidFill>
                <a:latin typeface="Arial"/>
                <a:cs typeface="Arial"/>
              </a:rPr>
              <a:t>&gt;</a:t>
            </a:r>
            <a:r>
              <a:rPr dirty="0" sz="1500" spc="120">
                <a:solidFill>
                  <a:srgbClr val="5B7C95"/>
                </a:solidFill>
                <a:latin typeface="Arial"/>
                <a:cs typeface="Arial"/>
              </a:rPr>
              <a:t>-</a:t>
            </a:r>
            <a:endParaRPr sz="1500">
              <a:latin typeface="Arial"/>
              <a:cs typeface="Arial"/>
            </a:endParaRPr>
          </a:p>
          <a:p>
            <a:pPr>
              <a:lnSpc>
                <a:spcPts val="1705"/>
              </a:lnSpc>
            </a:pPr>
            <a:r>
              <a:rPr dirty="0" sz="1500" spc="120">
                <a:solidFill>
                  <a:srgbClr val="4D6777"/>
                </a:solidFill>
                <a:latin typeface="Arial"/>
                <a:cs typeface="Arial"/>
              </a:rPr>
              <a:t>&gt;</a:t>
            </a:r>
            <a:r>
              <a:rPr dirty="0" sz="1500" spc="120">
                <a:solidFill>
                  <a:srgbClr val="5B7C95"/>
                </a:solidFill>
                <a:latin typeface="Arial"/>
                <a:cs typeface="Arial"/>
              </a:rPr>
              <a:t>-</a:t>
            </a:r>
            <a:endParaRPr sz="1500">
              <a:latin typeface="Arial"/>
              <a:cs typeface="Arial"/>
            </a:endParaRPr>
          </a:p>
        </p:txBody>
      </p:sp>
      <p:sp>
        <p:nvSpPr>
          <p:cNvPr id="93" name="object 93"/>
          <p:cNvSpPr/>
          <p:nvPr/>
        </p:nvSpPr>
        <p:spPr>
          <a:xfrm>
            <a:off x="5956033" y="3155098"/>
            <a:ext cx="67310" cy="315595"/>
          </a:xfrm>
          <a:custGeom>
            <a:avLst/>
            <a:gdLst/>
            <a:ahLst/>
            <a:cxnLst/>
            <a:rect l="l" t="t" r="r" b="b"/>
            <a:pathLst>
              <a:path w="67310" h="315595">
                <a:moveTo>
                  <a:pt x="63677" y="0"/>
                </a:moveTo>
                <a:lnTo>
                  <a:pt x="0" y="0"/>
                </a:lnTo>
                <a:lnTo>
                  <a:pt x="0" y="163258"/>
                </a:lnTo>
                <a:lnTo>
                  <a:pt x="63677" y="163258"/>
                </a:lnTo>
                <a:lnTo>
                  <a:pt x="63677" y="0"/>
                </a:lnTo>
                <a:close/>
              </a:path>
              <a:path w="67310" h="315595">
                <a:moveTo>
                  <a:pt x="66713" y="178193"/>
                </a:moveTo>
                <a:lnTo>
                  <a:pt x="3022" y="178193"/>
                </a:lnTo>
                <a:lnTo>
                  <a:pt x="3022" y="315302"/>
                </a:lnTo>
                <a:lnTo>
                  <a:pt x="66713" y="315302"/>
                </a:lnTo>
                <a:lnTo>
                  <a:pt x="66713" y="178193"/>
                </a:lnTo>
                <a:close/>
              </a:path>
            </a:pathLst>
          </a:custGeom>
          <a:solidFill>
            <a:srgbClr val="F4F2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 txBox="1"/>
          <p:nvPr/>
        </p:nvSpPr>
        <p:spPr>
          <a:xfrm>
            <a:off x="7102367" y="3134419"/>
            <a:ext cx="591185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252095" algn="l"/>
                <a:tab pos="590550" algn="l"/>
              </a:tabLst>
            </a:pPr>
            <a:r>
              <a:rPr dirty="0" u="heavy" sz="950">
                <a:solidFill>
                  <a:srgbClr val="5D6262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dirty="0" u="heavy" sz="950" spc="15">
                <a:solidFill>
                  <a:srgbClr val="5D6262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(</a:t>
            </a:r>
            <a:r>
              <a:rPr dirty="0" u="heavy" sz="950">
                <a:solidFill>
                  <a:srgbClr val="5D6262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endParaRPr sz="950">
              <a:latin typeface="Arial"/>
              <a:cs typeface="Arial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11216581" y="3262081"/>
            <a:ext cx="41402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10">
                <a:solidFill>
                  <a:srgbClr val="5D6262"/>
                </a:solidFill>
                <a:latin typeface="Times New Roman"/>
                <a:cs typeface="Times New Roman"/>
              </a:rPr>
              <a:t>O</a:t>
            </a:r>
            <a:r>
              <a:rPr dirty="0" sz="1050" spc="-10">
                <a:solidFill>
                  <a:srgbClr val="424D52"/>
                </a:solidFill>
                <a:latin typeface="Times New Roman"/>
                <a:cs typeface="Times New Roman"/>
              </a:rPr>
              <a:t>u</a:t>
            </a:r>
            <a:r>
              <a:rPr dirty="0" sz="1050" spc="-10">
                <a:solidFill>
                  <a:srgbClr val="5D6262"/>
                </a:solidFill>
                <a:latin typeface="Times New Roman"/>
                <a:cs typeface="Times New Roman"/>
              </a:rPr>
              <a:t>arto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5943338" y="3105142"/>
            <a:ext cx="99060" cy="36131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950" spc="45">
                <a:solidFill>
                  <a:srgbClr val="A7AEAF"/>
                </a:solidFill>
                <a:latin typeface="Times New Roman"/>
                <a:cs typeface="Times New Roman"/>
              </a:rPr>
              <a:t>3</a:t>
            </a:r>
            <a:endParaRPr sz="95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  <a:spcBef>
                <a:spcPts val="265"/>
              </a:spcBef>
            </a:pPr>
            <a:r>
              <a:rPr dirty="0" sz="750" spc="-50" b="1">
                <a:solidFill>
                  <a:srgbClr val="A7AEAF"/>
                </a:solidFill>
                <a:latin typeface="Arial"/>
                <a:cs typeface="Arial"/>
              </a:rPr>
              <a:t>4</a:t>
            </a:r>
            <a:endParaRPr sz="750">
              <a:latin typeface="Arial"/>
              <a:cs typeface="Arial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7675661" y="3306762"/>
            <a:ext cx="40005" cy="163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900" spc="-50">
                <a:solidFill>
                  <a:srgbClr val="424D52"/>
                </a:solidFill>
                <a:latin typeface="Times New Roman"/>
                <a:cs typeface="Times New Roman"/>
              </a:rPr>
              <a:t>(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4103362" y="3332294"/>
            <a:ext cx="118110" cy="255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00" spc="-95">
                <a:solidFill>
                  <a:srgbClr val="4D6777"/>
                </a:solidFill>
                <a:latin typeface="Arial"/>
                <a:cs typeface="Arial"/>
              </a:rPr>
              <a:t>&gt;</a:t>
            </a:r>
            <a:endParaRPr sz="1500">
              <a:latin typeface="Arial"/>
              <a:cs typeface="Arial"/>
            </a:endParaRPr>
          </a:p>
        </p:txBody>
      </p:sp>
      <p:sp>
        <p:nvSpPr>
          <p:cNvPr id="99" name="object 99"/>
          <p:cNvSpPr/>
          <p:nvPr/>
        </p:nvSpPr>
        <p:spPr>
          <a:xfrm>
            <a:off x="5955070" y="3487008"/>
            <a:ext cx="64135" cy="163830"/>
          </a:xfrm>
          <a:custGeom>
            <a:avLst/>
            <a:gdLst/>
            <a:ahLst/>
            <a:cxnLst/>
            <a:rect l="l" t="t" r="r" b="b"/>
            <a:pathLst>
              <a:path w="64135" h="163829">
                <a:moveTo>
                  <a:pt x="63684" y="163263"/>
                </a:moveTo>
                <a:lnTo>
                  <a:pt x="0" y="163263"/>
                </a:lnTo>
                <a:lnTo>
                  <a:pt x="0" y="0"/>
                </a:lnTo>
                <a:lnTo>
                  <a:pt x="63684" y="0"/>
                </a:lnTo>
                <a:lnTo>
                  <a:pt x="63684" y="163263"/>
                </a:lnTo>
                <a:close/>
              </a:path>
            </a:pathLst>
          </a:custGeom>
          <a:solidFill>
            <a:srgbClr val="F4F2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 txBox="1"/>
          <p:nvPr/>
        </p:nvSpPr>
        <p:spPr>
          <a:xfrm>
            <a:off x="5955069" y="3479105"/>
            <a:ext cx="50800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950" spc="-125">
                <a:solidFill>
                  <a:srgbClr val="A7AEAF"/>
                </a:solidFill>
                <a:latin typeface="Times New Roman"/>
                <a:cs typeface="Times New Roman"/>
              </a:rPr>
              <a:t>5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01" name="object 101"/>
          <p:cNvSpPr/>
          <p:nvPr/>
        </p:nvSpPr>
        <p:spPr>
          <a:xfrm>
            <a:off x="9152043" y="3289961"/>
            <a:ext cx="102235" cy="352425"/>
          </a:xfrm>
          <a:custGeom>
            <a:avLst/>
            <a:gdLst/>
            <a:ahLst/>
            <a:cxnLst/>
            <a:rect l="l" t="t" r="r" b="b"/>
            <a:pathLst>
              <a:path w="102234" h="352425">
                <a:moveTo>
                  <a:pt x="101895" y="352306"/>
                </a:moveTo>
                <a:lnTo>
                  <a:pt x="0" y="352306"/>
                </a:lnTo>
                <a:lnTo>
                  <a:pt x="0" y="0"/>
                </a:lnTo>
                <a:lnTo>
                  <a:pt x="101895" y="0"/>
                </a:lnTo>
                <a:lnTo>
                  <a:pt x="101895" y="352306"/>
                </a:lnTo>
                <a:close/>
              </a:path>
            </a:pathLst>
          </a:custGeom>
          <a:solidFill>
            <a:srgbClr val="F4F2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 txBox="1"/>
          <p:nvPr/>
        </p:nvSpPr>
        <p:spPr>
          <a:xfrm>
            <a:off x="9152042" y="3287614"/>
            <a:ext cx="115570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2050" spc="-90">
                <a:solidFill>
                  <a:srgbClr val="A7AEAF"/>
                </a:solidFill>
                <a:latin typeface="Times New Roman"/>
                <a:cs typeface="Times New Roman"/>
              </a:rPr>
              <a:t>..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11030855" y="3728045"/>
            <a:ext cx="215900" cy="3930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400" spc="-850">
                <a:solidFill>
                  <a:srgbClr val="424D52"/>
                </a:solidFill>
                <a:latin typeface="Arial"/>
                <a:cs typeface="Arial"/>
              </a:rPr>
              <a:t>�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3581198" y="3440807"/>
            <a:ext cx="285750" cy="3549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50" spc="-229" i="1">
                <a:solidFill>
                  <a:srgbClr val="424D52"/>
                </a:solidFill>
                <a:latin typeface="Times New Roman"/>
                <a:cs typeface="Times New Roman"/>
              </a:rPr>
              <a:t>l;&gt;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6758470" y="3137416"/>
            <a:ext cx="344170" cy="775335"/>
          </a:xfrm>
          <a:prstGeom prst="rect">
            <a:avLst/>
          </a:prstGeom>
          <a:solidFill>
            <a:srgbClr val="F4F2E9"/>
          </a:solidFill>
        </p:spPr>
        <p:txBody>
          <a:bodyPr wrap="square" lIns="0" tIns="254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r>
              <a:rPr dirty="0" sz="4450" spc="-455">
                <a:solidFill>
                  <a:srgbClr val="A7AEAF"/>
                </a:solidFill>
                <a:latin typeface="Arial"/>
                <a:cs typeface="Arial"/>
              </a:rPr>
              <a:t>-</a:t>
            </a:r>
            <a:endParaRPr sz="4450">
              <a:latin typeface="Arial"/>
              <a:cs typeface="Arial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9226165" y="3498254"/>
            <a:ext cx="40005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200" spc="-160">
                <a:solidFill>
                  <a:srgbClr val="979CA0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7" name="object 107"/>
          <p:cNvSpPr/>
          <p:nvPr/>
        </p:nvSpPr>
        <p:spPr>
          <a:xfrm>
            <a:off x="5942664" y="3497826"/>
            <a:ext cx="64135" cy="447040"/>
          </a:xfrm>
          <a:custGeom>
            <a:avLst/>
            <a:gdLst/>
            <a:ahLst/>
            <a:cxnLst/>
            <a:rect l="l" t="t" r="r" b="b"/>
            <a:pathLst>
              <a:path w="64135" h="447039">
                <a:moveTo>
                  <a:pt x="63684" y="446827"/>
                </a:moveTo>
                <a:lnTo>
                  <a:pt x="0" y="446827"/>
                </a:lnTo>
                <a:lnTo>
                  <a:pt x="0" y="0"/>
                </a:lnTo>
                <a:lnTo>
                  <a:pt x="63684" y="0"/>
                </a:lnTo>
                <a:lnTo>
                  <a:pt x="63684" y="446827"/>
                </a:lnTo>
                <a:close/>
              </a:path>
            </a:pathLst>
          </a:custGeom>
          <a:solidFill>
            <a:srgbClr val="F4F2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 txBox="1"/>
          <p:nvPr/>
        </p:nvSpPr>
        <p:spPr>
          <a:xfrm>
            <a:off x="5942664" y="3498254"/>
            <a:ext cx="114935" cy="4241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2600" spc="-869">
                <a:solidFill>
                  <a:srgbClr val="A7AEAF"/>
                </a:solidFill>
                <a:latin typeface="Times New Roman"/>
                <a:cs typeface="Times New Roman"/>
              </a:rPr>
              <a:t>•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09" name="object 109"/>
          <p:cNvSpPr/>
          <p:nvPr/>
        </p:nvSpPr>
        <p:spPr>
          <a:xfrm>
            <a:off x="5953527" y="3820881"/>
            <a:ext cx="64135" cy="161925"/>
          </a:xfrm>
          <a:custGeom>
            <a:avLst/>
            <a:gdLst/>
            <a:ahLst/>
            <a:cxnLst/>
            <a:rect l="l" t="t" r="r" b="b"/>
            <a:pathLst>
              <a:path w="64135" h="161925">
                <a:moveTo>
                  <a:pt x="63684" y="161309"/>
                </a:moveTo>
                <a:lnTo>
                  <a:pt x="0" y="161309"/>
                </a:lnTo>
                <a:lnTo>
                  <a:pt x="0" y="0"/>
                </a:lnTo>
                <a:lnTo>
                  <a:pt x="63684" y="0"/>
                </a:lnTo>
                <a:lnTo>
                  <a:pt x="63684" y="161309"/>
                </a:lnTo>
                <a:close/>
              </a:path>
            </a:pathLst>
          </a:custGeom>
          <a:solidFill>
            <a:srgbClr val="F4F2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 txBox="1"/>
          <p:nvPr/>
        </p:nvSpPr>
        <p:spPr>
          <a:xfrm>
            <a:off x="5940827" y="3811025"/>
            <a:ext cx="81280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-50" i="1">
                <a:solidFill>
                  <a:srgbClr val="A7AEAF"/>
                </a:solidFill>
                <a:latin typeface="Times New Roman"/>
                <a:cs typeface="Times New Roman"/>
              </a:rPr>
              <a:t>1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3575799" y="3855706"/>
            <a:ext cx="271780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00" spc="-480">
                <a:solidFill>
                  <a:srgbClr val="424D52"/>
                </a:solidFill>
                <a:latin typeface="Times New Roman"/>
                <a:cs typeface="Times New Roman"/>
              </a:rPr>
              <a:t>8§&gt;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12" name="object 112"/>
          <p:cNvSpPr/>
          <p:nvPr/>
        </p:nvSpPr>
        <p:spPr>
          <a:xfrm>
            <a:off x="5941974" y="3815981"/>
            <a:ext cx="64135" cy="654050"/>
          </a:xfrm>
          <a:custGeom>
            <a:avLst/>
            <a:gdLst/>
            <a:ahLst/>
            <a:cxnLst/>
            <a:rect l="l" t="t" r="r" b="b"/>
            <a:pathLst>
              <a:path w="64135" h="654050">
                <a:moveTo>
                  <a:pt x="63677" y="0"/>
                </a:moveTo>
                <a:lnTo>
                  <a:pt x="0" y="0"/>
                </a:lnTo>
                <a:lnTo>
                  <a:pt x="0" y="165950"/>
                </a:lnTo>
                <a:lnTo>
                  <a:pt x="0" y="487654"/>
                </a:lnTo>
                <a:lnTo>
                  <a:pt x="0" y="653605"/>
                </a:lnTo>
                <a:lnTo>
                  <a:pt x="63677" y="653605"/>
                </a:lnTo>
                <a:lnTo>
                  <a:pt x="63677" y="487654"/>
                </a:lnTo>
                <a:lnTo>
                  <a:pt x="63677" y="165950"/>
                </a:lnTo>
                <a:lnTo>
                  <a:pt x="63677" y="0"/>
                </a:lnTo>
                <a:close/>
              </a:path>
            </a:pathLst>
          </a:custGeom>
          <a:solidFill>
            <a:srgbClr val="F4F2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 txBox="1"/>
          <p:nvPr/>
        </p:nvSpPr>
        <p:spPr>
          <a:xfrm>
            <a:off x="7344368" y="3635295"/>
            <a:ext cx="331470" cy="775335"/>
          </a:xfrm>
          <a:prstGeom prst="rect">
            <a:avLst/>
          </a:prstGeom>
          <a:solidFill>
            <a:srgbClr val="F4F2E9"/>
          </a:solidFill>
        </p:spPr>
        <p:txBody>
          <a:bodyPr wrap="square" lIns="0" tIns="254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r>
              <a:rPr dirty="0" sz="4450" spc="-305">
                <a:solidFill>
                  <a:srgbClr val="A7AEAF"/>
                </a:solidFill>
                <a:latin typeface="Arial"/>
                <a:cs typeface="Arial"/>
              </a:rPr>
              <a:t>-</a:t>
            </a:r>
            <a:endParaRPr sz="4450">
              <a:latin typeface="Arial"/>
              <a:cs typeface="Arial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11060051" y="4059965"/>
            <a:ext cx="729615" cy="163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00" spc="20">
                <a:solidFill>
                  <a:srgbClr val="5D6262"/>
                </a:solidFill>
                <a:latin typeface="Arial"/>
                <a:cs typeface="Arial"/>
              </a:rPr>
              <a:t>Li</a:t>
            </a:r>
            <a:r>
              <a:rPr dirty="0" sz="900" spc="20">
                <a:solidFill>
                  <a:srgbClr val="424D52"/>
                </a:solidFill>
                <a:latin typeface="Arial"/>
                <a:cs typeface="Arial"/>
              </a:rPr>
              <a:t>v</a:t>
            </a:r>
            <a:r>
              <a:rPr dirty="0" sz="900" spc="20">
                <a:solidFill>
                  <a:srgbClr val="5D6262"/>
                </a:solidFill>
                <a:latin typeface="Arial"/>
                <a:cs typeface="Arial"/>
              </a:rPr>
              <a:t>e</a:t>
            </a:r>
            <a:r>
              <a:rPr dirty="0" sz="900">
                <a:solidFill>
                  <a:srgbClr val="5D6262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424D52"/>
                </a:solidFill>
                <a:latin typeface="Arial"/>
                <a:cs typeface="Arial"/>
              </a:rPr>
              <a:t>Pr</a:t>
            </a:r>
            <a:r>
              <a:rPr dirty="0" sz="900" spc="-10">
                <a:solidFill>
                  <a:srgbClr val="5D6262"/>
                </a:solidFill>
                <a:latin typeface="Arial"/>
                <a:cs typeface="Arial"/>
              </a:rPr>
              <a:t>evi,ew</a:t>
            </a:r>
            <a:endParaRPr sz="900">
              <a:latin typeface="Arial"/>
              <a:cs typeface="Arial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5903876" y="3817408"/>
            <a:ext cx="181610" cy="454659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5"/>
              </a:spcBef>
            </a:pPr>
            <a:r>
              <a:rPr dirty="0" sz="2800" spc="-1120">
                <a:solidFill>
                  <a:srgbClr val="A7AEAF"/>
                </a:solidFill>
                <a:latin typeface="Arial"/>
                <a:cs typeface="Arial"/>
              </a:rPr>
              <a:t>•</a:t>
            </a:r>
            <a:r>
              <a:rPr dirty="0" baseline="-25793" sz="4200" spc="-195">
                <a:solidFill>
                  <a:srgbClr val="A7AEAF"/>
                </a:solidFill>
                <a:latin typeface="Arial"/>
                <a:cs typeface="Arial"/>
              </a:rPr>
              <a:t>•</a:t>
            </a:r>
            <a:endParaRPr baseline="-25793" sz="4200">
              <a:latin typeface="Arial"/>
              <a:cs typeface="Arial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6582222" y="4136561"/>
            <a:ext cx="61594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-50">
                <a:solidFill>
                  <a:srgbClr val="5D6262"/>
                </a:solidFill>
                <a:latin typeface="Times New Roman"/>
                <a:cs typeface="Times New Roman"/>
              </a:rPr>
              <a:t>)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2791358" y="4264224"/>
            <a:ext cx="85725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 spc="-50">
                <a:solidFill>
                  <a:srgbClr val="010100"/>
                </a:solidFill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8" name="object 118"/>
          <p:cNvSpPr/>
          <p:nvPr/>
        </p:nvSpPr>
        <p:spPr>
          <a:xfrm>
            <a:off x="5883896" y="4247638"/>
            <a:ext cx="127635" cy="304165"/>
          </a:xfrm>
          <a:custGeom>
            <a:avLst/>
            <a:gdLst/>
            <a:ahLst/>
            <a:cxnLst/>
            <a:rect l="l" t="t" r="r" b="b"/>
            <a:pathLst>
              <a:path w="127635" h="304164">
                <a:moveTo>
                  <a:pt x="127369" y="303956"/>
                </a:moveTo>
                <a:lnTo>
                  <a:pt x="0" y="303956"/>
                </a:lnTo>
                <a:lnTo>
                  <a:pt x="0" y="0"/>
                </a:lnTo>
                <a:lnTo>
                  <a:pt x="127369" y="0"/>
                </a:lnTo>
                <a:lnTo>
                  <a:pt x="127369" y="303956"/>
                </a:lnTo>
                <a:close/>
              </a:path>
            </a:pathLst>
          </a:custGeom>
          <a:solidFill>
            <a:srgbClr val="F4F2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 txBox="1"/>
          <p:nvPr/>
        </p:nvSpPr>
        <p:spPr>
          <a:xfrm>
            <a:off x="5955810" y="4238690"/>
            <a:ext cx="10922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35">
                <a:solidFill>
                  <a:srgbClr val="A7AEAF"/>
                </a:solidFill>
                <a:latin typeface="Courier New"/>
                <a:cs typeface="Courier New"/>
              </a:rPr>
              <a:t>o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5883895" y="4281323"/>
            <a:ext cx="83820" cy="2025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450"/>
              </a:lnSpc>
            </a:pPr>
            <a:r>
              <a:rPr dirty="0" sz="1400" spc="-235">
                <a:solidFill>
                  <a:srgbClr val="A7AEAF"/>
                </a:solidFill>
                <a:latin typeface="Courier New"/>
                <a:cs typeface="Courier New"/>
              </a:rPr>
              <a:t>,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6416661" y="4308904"/>
            <a:ext cx="57150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-50">
                <a:solidFill>
                  <a:srgbClr val="424D52"/>
                </a:solidFill>
                <a:latin typeface="Arial"/>
                <a:cs typeface="Arial"/>
              </a:rPr>
              <a:t>}</a:t>
            </a:r>
            <a:endParaRPr sz="950">
              <a:latin typeface="Arial"/>
              <a:cs typeface="Arial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7146282" y="4257840"/>
            <a:ext cx="3162935" cy="4318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650" spc="-10" b="1">
                <a:solidFill>
                  <a:srgbClr val="1C1C1A"/>
                </a:solidFill>
                <a:latin typeface="Arial"/>
                <a:cs typeface="Arial"/>
              </a:rPr>
              <a:t>Editor</a:t>
            </a:r>
            <a:r>
              <a:rPr dirty="0" sz="2650" spc="-190" b="1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dirty="0" sz="2650" b="1">
                <a:solidFill>
                  <a:srgbClr val="1C1C1A"/>
                </a:solidFill>
                <a:latin typeface="Arial"/>
                <a:cs typeface="Arial"/>
              </a:rPr>
              <a:t>&amp;</a:t>
            </a:r>
            <a:r>
              <a:rPr dirty="0" sz="2650" spc="-220" b="1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dirty="0" sz="2650" spc="-10" b="1">
                <a:solidFill>
                  <a:srgbClr val="1C1C1A"/>
                </a:solidFill>
                <a:latin typeface="Arial"/>
                <a:cs typeface="Arial"/>
              </a:rPr>
              <a:t>Ext</a:t>
            </a:r>
            <a:r>
              <a:rPr dirty="0" sz="2650" spc="-10" b="1">
                <a:solidFill>
                  <a:srgbClr val="010100"/>
                </a:solidFill>
                <a:latin typeface="Arial"/>
                <a:cs typeface="Arial"/>
              </a:rPr>
              <a:t>en</a:t>
            </a:r>
            <a:r>
              <a:rPr dirty="0" sz="2650" spc="-10" b="1">
                <a:solidFill>
                  <a:srgbClr val="1C1C1A"/>
                </a:solidFill>
                <a:latin typeface="Arial"/>
                <a:cs typeface="Arial"/>
              </a:rPr>
              <a:t>sions</a:t>
            </a:r>
            <a:endParaRPr sz="2650">
              <a:latin typeface="Arial"/>
              <a:cs typeface="Arial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10549904" y="4181244"/>
            <a:ext cx="1041400" cy="5848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  <a:tabLst>
                <a:tab pos="1002665" algn="l"/>
              </a:tabLst>
            </a:pPr>
            <a:r>
              <a:rPr dirty="0" sz="3650" b="1">
                <a:solidFill>
                  <a:srgbClr val="2B2F31"/>
                </a:solidFill>
                <a:latin typeface="Arial"/>
                <a:cs typeface="Arial"/>
              </a:rPr>
              <a:t>C</a:t>
            </a:r>
            <a:r>
              <a:rPr dirty="0" sz="3650" spc="-75" b="1">
                <a:solidFill>
                  <a:srgbClr val="2B2F31"/>
                </a:solidFill>
                <a:latin typeface="Arial"/>
                <a:cs typeface="Arial"/>
              </a:rPr>
              <a:t> </a:t>
            </a:r>
            <a:r>
              <a:rPr dirty="0" u="heavy" baseline="-30092" sz="3600" spc="-89">
                <a:solidFill>
                  <a:srgbClr val="424D52"/>
                </a:solidFill>
                <a:uFill>
                  <a:solidFill>
                    <a:srgbClr val="424D52"/>
                  </a:solidFill>
                </a:uFill>
                <a:latin typeface="Arial"/>
                <a:cs typeface="Arial"/>
              </a:rPr>
              <a:t>�</a:t>
            </a:r>
            <a:r>
              <a:rPr dirty="0" u="heavy" baseline="-30092" sz="3600">
                <a:solidFill>
                  <a:srgbClr val="424D52"/>
                </a:solidFill>
                <a:uFill>
                  <a:solidFill>
                    <a:srgbClr val="424D52"/>
                  </a:solidFill>
                </a:uFill>
                <a:latin typeface="Arial"/>
                <a:cs typeface="Arial"/>
              </a:rPr>
              <a:t>	</a:t>
            </a:r>
            <a:endParaRPr baseline="-30092" sz="3600">
              <a:latin typeface="Arial"/>
              <a:cs typeface="Arial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869844" y="4245074"/>
            <a:ext cx="2056130" cy="3854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sz="2350" spc="85" b="1">
                <a:solidFill>
                  <a:srgbClr val="010100"/>
                </a:solidFill>
                <a:latin typeface="Arial"/>
                <a:cs typeface="Arial"/>
              </a:rPr>
              <a:t>File</a:t>
            </a:r>
            <a:r>
              <a:rPr dirty="0" sz="2350" spc="-260" b="1">
                <a:solidFill>
                  <a:srgbClr val="010100"/>
                </a:solidFill>
                <a:latin typeface="Arial"/>
                <a:cs typeface="Arial"/>
              </a:rPr>
              <a:t> </a:t>
            </a:r>
            <a:r>
              <a:rPr dirty="0" sz="2350" spc="55" b="1">
                <a:solidFill>
                  <a:srgbClr val="010100"/>
                </a:solidFill>
                <a:latin typeface="Arial"/>
                <a:cs typeface="Arial"/>
              </a:rPr>
              <a:t>Explorer</a:t>
            </a:r>
            <a:r>
              <a:rPr dirty="0" baseline="-13888" sz="2400" spc="82">
                <a:solidFill>
                  <a:srgbClr val="1C1C1A"/>
                </a:solidFill>
                <a:latin typeface="Arial"/>
                <a:cs typeface="Arial"/>
              </a:rPr>
              <a:t>•</a:t>
            </a:r>
            <a:endParaRPr baseline="-13888" sz="2400">
              <a:latin typeface="Arial"/>
              <a:cs typeface="Arial"/>
            </a:endParaRPr>
          </a:p>
        </p:txBody>
      </p:sp>
      <p:sp>
        <p:nvSpPr>
          <p:cNvPr id="125" name="object 125"/>
          <p:cNvSpPr/>
          <p:nvPr/>
        </p:nvSpPr>
        <p:spPr>
          <a:xfrm>
            <a:off x="5896766" y="4245402"/>
            <a:ext cx="89535" cy="426720"/>
          </a:xfrm>
          <a:custGeom>
            <a:avLst/>
            <a:gdLst/>
            <a:ahLst/>
            <a:cxnLst/>
            <a:rect l="l" t="t" r="r" b="b"/>
            <a:pathLst>
              <a:path w="89535" h="426720">
                <a:moveTo>
                  <a:pt x="89158" y="426699"/>
                </a:moveTo>
                <a:lnTo>
                  <a:pt x="0" y="426699"/>
                </a:lnTo>
                <a:lnTo>
                  <a:pt x="0" y="0"/>
                </a:lnTo>
                <a:lnTo>
                  <a:pt x="89158" y="0"/>
                </a:lnTo>
                <a:lnTo>
                  <a:pt x="89158" y="426699"/>
                </a:lnTo>
                <a:close/>
              </a:path>
            </a:pathLst>
          </a:custGeom>
          <a:solidFill>
            <a:srgbClr val="F4F2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 txBox="1"/>
          <p:nvPr/>
        </p:nvSpPr>
        <p:spPr>
          <a:xfrm>
            <a:off x="5896766" y="4287401"/>
            <a:ext cx="71755" cy="349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720"/>
              </a:lnSpc>
            </a:pPr>
            <a:r>
              <a:rPr dirty="0" sz="2450" spc="-160">
                <a:solidFill>
                  <a:srgbClr val="A7AEAF"/>
                </a:solidFill>
                <a:latin typeface="Arial"/>
                <a:cs typeface="Arial"/>
              </a:rPr>
              <a:t>,</a:t>
            </a:r>
            <a:endParaRPr sz="2450">
              <a:latin typeface="Arial"/>
              <a:cs typeface="Arial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4610801" y="4506780"/>
            <a:ext cx="365760" cy="5924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700" spc="-50" b="1">
                <a:solidFill>
                  <a:srgbClr val="0A57AC"/>
                </a:solidFill>
                <a:latin typeface="Arial"/>
                <a:cs typeface="Arial"/>
              </a:rPr>
              <a:t>A</a:t>
            </a:r>
            <a:endParaRPr sz="3700">
              <a:latin typeface="Arial"/>
              <a:cs typeface="Arial"/>
            </a:endParaRPr>
          </a:p>
        </p:txBody>
      </p:sp>
      <p:sp>
        <p:nvSpPr>
          <p:cNvPr id="128" name="object 128"/>
          <p:cNvSpPr/>
          <p:nvPr/>
        </p:nvSpPr>
        <p:spPr>
          <a:xfrm>
            <a:off x="5879801" y="4358278"/>
            <a:ext cx="114935" cy="496570"/>
          </a:xfrm>
          <a:custGeom>
            <a:avLst/>
            <a:gdLst/>
            <a:ahLst/>
            <a:cxnLst/>
            <a:rect l="l" t="t" r="r" b="b"/>
            <a:pathLst>
              <a:path w="114935" h="496570">
                <a:moveTo>
                  <a:pt x="114632" y="496364"/>
                </a:moveTo>
                <a:lnTo>
                  <a:pt x="0" y="496364"/>
                </a:lnTo>
                <a:lnTo>
                  <a:pt x="0" y="0"/>
                </a:lnTo>
                <a:lnTo>
                  <a:pt x="114632" y="0"/>
                </a:lnTo>
                <a:lnTo>
                  <a:pt x="114632" y="496364"/>
                </a:lnTo>
                <a:close/>
              </a:path>
            </a:pathLst>
          </a:custGeom>
          <a:solidFill>
            <a:srgbClr val="F4F2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" name="object 129"/>
          <p:cNvSpPr txBox="1"/>
          <p:nvPr/>
        </p:nvSpPr>
        <p:spPr>
          <a:xfrm>
            <a:off x="5841701" y="4359969"/>
            <a:ext cx="257810" cy="46228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5"/>
              </a:spcBef>
            </a:pPr>
            <a:r>
              <a:rPr dirty="0" sz="2850" spc="-110">
                <a:solidFill>
                  <a:srgbClr val="A7AEAF"/>
                </a:solidFill>
                <a:latin typeface="Arial"/>
                <a:cs typeface="Arial"/>
              </a:rPr>
              <a:t>,</a:t>
            </a:r>
            <a:r>
              <a:rPr dirty="0" baseline="29478" sz="3675" spc="-1102">
                <a:solidFill>
                  <a:srgbClr val="A7AEAF"/>
                </a:solidFill>
                <a:latin typeface="Arial"/>
                <a:cs typeface="Arial"/>
              </a:rPr>
              <a:t>,</a:t>
            </a:r>
            <a:r>
              <a:rPr dirty="0" sz="2850" spc="-85">
                <a:solidFill>
                  <a:srgbClr val="A7AEAF"/>
                </a:solidFill>
                <a:latin typeface="Arial"/>
                <a:cs typeface="Arial"/>
              </a:rPr>
              <a:t>,</a:t>
            </a:r>
            <a:endParaRPr sz="2850">
              <a:latin typeface="Arial"/>
              <a:cs typeface="Arial"/>
            </a:endParaRPr>
          </a:p>
        </p:txBody>
      </p:sp>
      <p:sp>
        <p:nvSpPr>
          <p:cNvPr id="130" name="object 130"/>
          <p:cNvSpPr/>
          <p:nvPr/>
        </p:nvSpPr>
        <p:spPr>
          <a:xfrm>
            <a:off x="5895894" y="4814687"/>
            <a:ext cx="127635" cy="163830"/>
          </a:xfrm>
          <a:custGeom>
            <a:avLst/>
            <a:gdLst/>
            <a:ahLst/>
            <a:cxnLst/>
            <a:rect l="l" t="t" r="r" b="b"/>
            <a:pathLst>
              <a:path w="127635" h="163829">
                <a:moveTo>
                  <a:pt x="127369" y="163263"/>
                </a:moveTo>
                <a:lnTo>
                  <a:pt x="0" y="163263"/>
                </a:lnTo>
                <a:lnTo>
                  <a:pt x="0" y="0"/>
                </a:lnTo>
                <a:lnTo>
                  <a:pt x="127369" y="0"/>
                </a:lnTo>
                <a:lnTo>
                  <a:pt x="127369" y="163263"/>
                </a:lnTo>
                <a:close/>
              </a:path>
            </a:pathLst>
          </a:custGeom>
          <a:solidFill>
            <a:srgbClr val="F4F2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" name="object 131"/>
          <p:cNvSpPr txBox="1"/>
          <p:nvPr/>
        </p:nvSpPr>
        <p:spPr>
          <a:xfrm>
            <a:off x="5895893" y="4832690"/>
            <a:ext cx="109220" cy="1346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040"/>
              </a:lnSpc>
            </a:pPr>
            <a:r>
              <a:rPr dirty="0" sz="950" spc="-70">
                <a:solidFill>
                  <a:srgbClr val="A7AEAF"/>
                </a:solidFill>
                <a:latin typeface="Times New Roman"/>
                <a:cs typeface="Times New Roman"/>
              </a:rPr>
              <a:t>13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7102367" y="4806785"/>
            <a:ext cx="591185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229870" algn="l"/>
                <a:tab pos="590550" algn="l"/>
              </a:tabLst>
            </a:pPr>
            <a:r>
              <a:rPr dirty="0" u="heavy" sz="950">
                <a:solidFill>
                  <a:srgbClr val="5D6262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heavy" sz="950" spc="-50">
                <a:solidFill>
                  <a:srgbClr val="5D6262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{</a:t>
            </a:r>
            <a:r>
              <a:rPr dirty="0" u="heavy" sz="950">
                <a:solidFill>
                  <a:srgbClr val="5D6262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33" name="object 133"/>
          <p:cNvSpPr/>
          <p:nvPr/>
        </p:nvSpPr>
        <p:spPr>
          <a:xfrm>
            <a:off x="5887201" y="4808628"/>
            <a:ext cx="114935" cy="374650"/>
          </a:xfrm>
          <a:custGeom>
            <a:avLst/>
            <a:gdLst/>
            <a:ahLst/>
            <a:cxnLst/>
            <a:rect l="l" t="t" r="r" b="b"/>
            <a:pathLst>
              <a:path w="114935" h="374650">
                <a:moveTo>
                  <a:pt x="114632" y="374450"/>
                </a:moveTo>
                <a:lnTo>
                  <a:pt x="0" y="374450"/>
                </a:lnTo>
                <a:lnTo>
                  <a:pt x="0" y="0"/>
                </a:lnTo>
                <a:lnTo>
                  <a:pt x="114632" y="0"/>
                </a:lnTo>
                <a:lnTo>
                  <a:pt x="114632" y="374450"/>
                </a:lnTo>
                <a:close/>
              </a:path>
            </a:pathLst>
          </a:custGeom>
          <a:solidFill>
            <a:srgbClr val="F4F2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" name="object 134"/>
          <p:cNvSpPr txBox="1"/>
          <p:nvPr/>
        </p:nvSpPr>
        <p:spPr>
          <a:xfrm>
            <a:off x="5887200" y="4845484"/>
            <a:ext cx="137160" cy="3067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385"/>
              </a:lnSpc>
            </a:pPr>
            <a:r>
              <a:rPr dirty="0" sz="2150" spc="-85">
                <a:solidFill>
                  <a:srgbClr val="A7AEAF"/>
                </a:solidFill>
                <a:latin typeface="Arial"/>
                <a:cs typeface="Arial"/>
              </a:rPr>
              <a:t>,.</a:t>
            </a:r>
            <a:endParaRPr sz="2150">
              <a:latin typeface="Arial"/>
              <a:cs typeface="Arial"/>
            </a:endParaRPr>
          </a:p>
        </p:txBody>
      </p:sp>
      <p:sp>
        <p:nvSpPr>
          <p:cNvPr id="135" name="object 135"/>
          <p:cNvSpPr txBox="1"/>
          <p:nvPr/>
        </p:nvSpPr>
        <p:spPr>
          <a:xfrm>
            <a:off x="7685717" y="4972744"/>
            <a:ext cx="36830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950" spc="-80">
                <a:solidFill>
                  <a:srgbClr val="5D6262"/>
                </a:solidFill>
                <a:latin typeface="Arial"/>
                <a:cs typeface="Arial"/>
              </a:rPr>
              <a:t>(</a:t>
            </a:r>
            <a:endParaRPr sz="950">
              <a:latin typeface="Arial"/>
              <a:cs typeface="Arial"/>
            </a:endParaRPr>
          </a:p>
        </p:txBody>
      </p:sp>
      <p:sp>
        <p:nvSpPr>
          <p:cNvPr id="136" name="object 136"/>
          <p:cNvSpPr/>
          <p:nvPr/>
        </p:nvSpPr>
        <p:spPr>
          <a:xfrm>
            <a:off x="5886144" y="4961316"/>
            <a:ext cx="127635" cy="392430"/>
          </a:xfrm>
          <a:custGeom>
            <a:avLst/>
            <a:gdLst/>
            <a:ahLst/>
            <a:cxnLst/>
            <a:rect l="l" t="t" r="r" b="b"/>
            <a:pathLst>
              <a:path w="127635" h="392429">
                <a:moveTo>
                  <a:pt x="127369" y="391866"/>
                </a:moveTo>
                <a:lnTo>
                  <a:pt x="0" y="391866"/>
                </a:lnTo>
                <a:lnTo>
                  <a:pt x="0" y="0"/>
                </a:lnTo>
                <a:lnTo>
                  <a:pt x="127369" y="0"/>
                </a:lnTo>
                <a:lnTo>
                  <a:pt x="127369" y="391866"/>
                </a:lnTo>
                <a:close/>
              </a:path>
            </a:pathLst>
          </a:custGeom>
          <a:solidFill>
            <a:srgbClr val="F4F2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7" name="object 137"/>
          <p:cNvSpPr txBox="1"/>
          <p:nvPr/>
        </p:nvSpPr>
        <p:spPr>
          <a:xfrm>
            <a:off x="5886143" y="4999887"/>
            <a:ext cx="143510" cy="321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495"/>
              </a:lnSpc>
            </a:pPr>
            <a:r>
              <a:rPr dirty="0" sz="2250" spc="-85">
                <a:solidFill>
                  <a:srgbClr val="A7AEAF"/>
                </a:solidFill>
                <a:latin typeface="Arial"/>
                <a:cs typeface="Arial"/>
              </a:rPr>
              <a:t>,.</a:t>
            </a:r>
            <a:endParaRPr sz="2250">
              <a:latin typeface="Arial"/>
              <a:cs typeface="Arial"/>
            </a:endParaRPr>
          </a:p>
        </p:txBody>
      </p:sp>
      <p:sp>
        <p:nvSpPr>
          <p:cNvPr id="138" name="object 138"/>
          <p:cNvSpPr/>
          <p:nvPr/>
        </p:nvSpPr>
        <p:spPr>
          <a:xfrm>
            <a:off x="9152043" y="4962326"/>
            <a:ext cx="38735" cy="352425"/>
          </a:xfrm>
          <a:custGeom>
            <a:avLst/>
            <a:gdLst/>
            <a:ahLst/>
            <a:cxnLst/>
            <a:rect l="l" t="t" r="r" b="b"/>
            <a:pathLst>
              <a:path w="38734" h="352425">
                <a:moveTo>
                  <a:pt x="38210" y="352306"/>
                </a:moveTo>
                <a:lnTo>
                  <a:pt x="0" y="352306"/>
                </a:lnTo>
                <a:lnTo>
                  <a:pt x="0" y="0"/>
                </a:lnTo>
                <a:lnTo>
                  <a:pt x="38210" y="0"/>
                </a:lnTo>
                <a:lnTo>
                  <a:pt x="38210" y="352306"/>
                </a:lnTo>
                <a:close/>
              </a:path>
            </a:pathLst>
          </a:custGeom>
          <a:solidFill>
            <a:srgbClr val="F4F2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9" name="object 139"/>
          <p:cNvSpPr txBox="1"/>
          <p:nvPr/>
        </p:nvSpPr>
        <p:spPr>
          <a:xfrm>
            <a:off x="9139342" y="4959977"/>
            <a:ext cx="184150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80">
                <a:solidFill>
                  <a:srgbClr val="BCBDBA"/>
                </a:solidFill>
                <a:latin typeface="Times New Roman"/>
                <a:cs typeface="Times New Roman"/>
              </a:rPr>
              <a:t>.</a:t>
            </a:r>
            <a:r>
              <a:rPr dirty="0" sz="2050" spc="80">
                <a:solidFill>
                  <a:srgbClr val="979CA0"/>
                </a:solidFill>
                <a:latin typeface="Times New Roman"/>
                <a:cs typeface="Times New Roman"/>
              </a:rPr>
              <a:t>.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40" name="object 140"/>
          <p:cNvSpPr txBox="1"/>
          <p:nvPr/>
        </p:nvSpPr>
        <p:spPr>
          <a:xfrm>
            <a:off x="6758470" y="4809781"/>
            <a:ext cx="344170" cy="775335"/>
          </a:xfrm>
          <a:prstGeom prst="rect">
            <a:avLst/>
          </a:prstGeom>
          <a:solidFill>
            <a:srgbClr val="F4F2E9"/>
          </a:solidFill>
        </p:spPr>
        <p:txBody>
          <a:bodyPr wrap="square" lIns="0" tIns="254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r>
              <a:rPr dirty="0" sz="4450" spc="245">
                <a:solidFill>
                  <a:srgbClr val="A7AEAF"/>
                </a:solidFill>
                <a:latin typeface="Arial"/>
                <a:cs typeface="Arial"/>
              </a:rPr>
              <a:t>-</a:t>
            </a:r>
            <a:endParaRPr sz="4450">
              <a:latin typeface="Arial"/>
              <a:cs typeface="Arial"/>
            </a:endParaRPr>
          </a:p>
        </p:txBody>
      </p:sp>
      <p:sp>
        <p:nvSpPr>
          <p:cNvPr id="141" name="object 141"/>
          <p:cNvSpPr txBox="1"/>
          <p:nvPr/>
        </p:nvSpPr>
        <p:spPr>
          <a:xfrm>
            <a:off x="9213465" y="5170619"/>
            <a:ext cx="90170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00" spc="30">
                <a:solidFill>
                  <a:srgbClr val="979CA0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2" name="object 142"/>
          <p:cNvSpPr/>
          <p:nvPr/>
        </p:nvSpPr>
        <p:spPr>
          <a:xfrm>
            <a:off x="5886144" y="5127276"/>
            <a:ext cx="127635" cy="392430"/>
          </a:xfrm>
          <a:custGeom>
            <a:avLst/>
            <a:gdLst/>
            <a:ahLst/>
            <a:cxnLst/>
            <a:rect l="l" t="t" r="r" b="b"/>
            <a:pathLst>
              <a:path w="127635" h="392429">
                <a:moveTo>
                  <a:pt x="127369" y="391866"/>
                </a:moveTo>
                <a:lnTo>
                  <a:pt x="0" y="391866"/>
                </a:lnTo>
                <a:lnTo>
                  <a:pt x="0" y="0"/>
                </a:lnTo>
                <a:lnTo>
                  <a:pt x="127369" y="0"/>
                </a:lnTo>
                <a:lnTo>
                  <a:pt x="127369" y="391866"/>
                </a:lnTo>
                <a:close/>
              </a:path>
            </a:pathLst>
          </a:custGeom>
          <a:solidFill>
            <a:srgbClr val="F4F2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3" name="object 143"/>
          <p:cNvSpPr txBox="1"/>
          <p:nvPr/>
        </p:nvSpPr>
        <p:spPr>
          <a:xfrm>
            <a:off x="5886143" y="5165847"/>
            <a:ext cx="96520" cy="321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495"/>
              </a:lnSpc>
            </a:pPr>
            <a:r>
              <a:rPr dirty="0" sz="2250" spc="75">
                <a:solidFill>
                  <a:srgbClr val="A7AEAF"/>
                </a:solidFill>
                <a:latin typeface="Arial"/>
                <a:cs typeface="Arial"/>
              </a:rPr>
              <a:t>,</a:t>
            </a:r>
            <a:endParaRPr sz="2250">
              <a:latin typeface="Arial"/>
              <a:cs typeface="Arial"/>
            </a:endParaRPr>
          </a:p>
        </p:txBody>
      </p:sp>
      <p:sp>
        <p:nvSpPr>
          <p:cNvPr id="144" name="object 144"/>
          <p:cNvSpPr/>
          <p:nvPr/>
        </p:nvSpPr>
        <p:spPr>
          <a:xfrm>
            <a:off x="5881915" y="5214619"/>
            <a:ext cx="114935" cy="461645"/>
          </a:xfrm>
          <a:custGeom>
            <a:avLst/>
            <a:gdLst/>
            <a:ahLst/>
            <a:cxnLst/>
            <a:rect l="l" t="t" r="r" b="b"/>
            <a:pathLst>
              <a:path w="114935" h="461645">
                <a:moveTo>
                  <a:pt x="114632" y="461532"/>
                </a:moveTo>
                <a:lnTo>
                  <a:pt x="0" y="461532"/>
                </a:lnTo>
                <a:lnTo>
                  <a:pt x="0" y="0"/>
                </a:lnTo>
                <a:lnTo>
                  <a:pt x="114632" y="0"/>
                </a:lnTo>
                <a:lnTo>
                  <a:pt x="114632" y="461532"/>
                </a:lnTo>
                <a:close/>
              </a:path>
            </a:pathLst>
          </a:custGeom>
          <a:solidFill>
            <a:srgbClr val="F4F2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5" name="object 145"/>
          <p:cNvSpPr txBox="1"/>
          <p:nvPr/>
        </p:nvSpPr>
        <p:spPr>
          <a:xfrm>
            <a:off x="5843815" y="5215301"/>
            <a:ext cx="273050" cy="4318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sz="2650" spc="110">
                <a:solidFill>
                  <a:srgbClr val="A7AEAF"/>
                </a:solidFill>
                <a:latin typeface="Arial"/>
                <a:cs typeface="Arial"/>
              </a:rPr>
              <a:t>,</a:t>
            </a:r>
            <a:r>
              <a:rPr dirty="0" sz="2650" spc="-545">
                <a:solidFill>
                  <a:srgbClr val="A7AEAF"/>
                </a:solidFill>
                <a:latin typeface="Arial"/>
                <a:cs typeface="Arial"/>
              </a:rPr>
              <a:t>,</a:t>
            </a:r>
            <a:r>
              <a:rPr dirty="0" baseline="27160" sz="3375" spc="172">
                <a:solidFill>
                  <a:srgbClr val="A7AEAF"/>
                </a:solidFill>
                <a:latin typeface="Arial"/>
                <a:cs typeface="Arial"/>
              </a:rPr>
              <a:t>.</a:t>
            </a:r>
            <a:endParaRPr baseline="27160" sz="3375">
              <a:latin typeface="Arial"/>
              <a:cs typeface="Arial"/>
            </a:endParaRPr>
          </a:p>
        </p:txBody>
      </p:sp>
      <p:sp>
        <p:nvSpPr>
          <p:cNvPr id="146" name="object 146"/>
          <p:cNvSpPr/>
          <p:nvPr/>
        </p:nvSpPr>
        <p:spPr>
          <a:xfrm>
            <a:off x="5886144" y="5471962"/>
            <a:ext cx="127635" cy="392430"/>
          </a:xfrm>
          <a:custGeom>
            <a:avLst/>
            <a:gdLst/>
            <a:ahLst/>
            <a:cxnLst/>
            <a:rect l="l" t="t" r="r" b="b"/>
            <a:pathLst>
              <a:path w="127635" h="392429">
                <a:moveTo>
                  <a:pt x="127369" y="391866"/>
                </a:moveTo>
                <a:lnTo>
                  <a:pt x="0" y="391866"/>
                </a:lnTo>
                <a:lnTo>
                  <a:pt x="0" y="0"/>
                </a:lnTo>
                <a:lnTo>
                  <a:pt x="127369" y="0"/>
                </a:lnTo>
                <a:lnTo>
                  <a:pt x="127369" y="391866"/>
                </a:lnTo>
                <a:close/>
              </a:path>
            </a:pathLst>
          </a:custGeom>
          <a:solidFill>
            <a:srgbClr val="F4F2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7" name="object 147"/>
          <p:cNvSpPr txBox="1"/>
          <p:nvPr/>
        </p:nvSpPr>
        <p:spPr>
          <a:xfrm>
            <a:off x="5886143" y="5510533"/>
            <a:ext cx="154305" cy="321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495"/>
              </a:lnSpc>
            </a:pPr>
            <a:r>
              <a:rPr dirty="0" sz="2250" spc="-50">
                <a:solidFill>
                  <a:srgbClr val="A7AEAF"/>
                </a:solidFill>
                <a:latin typeface="Arial"/>
                <a:cs typeface="Arial"/>
              </a:rPr>
              <a:t>,.</a:t>
            </a:r>
            <a:endParaRPr sz="2250">
              <a:latin typeface="Arial"/>
              <a:cs typeface="Arial"/>
            </a:endParaRPr>
          </a:p>
        </p:txBody>
      </p:sp>
      <p:sp>
        <p:nvSpPr>
          <p:cNvPr id="148" name="object 148"/>
          <p:cNvSpPr txBox="1"/>
          <p:nvPr/>
        </p:nvSpPr>
        <p:spPr>
          <a:xfrm>
            <a:off x="7188207" y="5367380"/>
            <a:ext cx="501650" cy="697230"/>
          </a:xfrm>
          <a:prstGeom prst="rect">
            <a:avLst/>
          </a:prstGeom>
          <a:solidFill>
            <a:srgbClr val="F4F2E9"/>
          </a:solidFill>
        </p:spPr>
        <p:txBody>
          <a:bodyPr wrap="square" lIns="0" tIns="2286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dirty="0" sz="4000" spc="-25">
                <a:solidFill>
                  <a:srgbClr val="D3D4CF"/>
                </a:solidFill>
                <a:latin typeface="Arial"/>
                <a:cs typeface="Arial"/>
              </a:rPr>
              <a:t>·</a:t>
            </a:r>
            <a:r>
              <a:rPr dirty="0" sz="4000" spc="-25">
                <a:solidFill>
                  <a:srgbClr val="A7AEAF"/>
                </a:solidFill>
                <a:latin typeface="Arial"/>
                <a:cs typeface="Arial"/>
              </a:rPr>
              <a:t>-</a:t>
            </a:r>
            <a:endParaRPr sz="4000">
              <a:latin typeface="Arial"/>
              <a:cs typeface="Arial"/>
            </a:endParaRPr>
          </a:p>
        </p:txBody>
      </p:sp>
      <p:sp>
        <p:nvSpPr>
          <p:cNvPr id="149" name="object 149"/>
          <p:cNvSpPr/>
          <p:nvPr/>
        </p:nvSpPr>
        <p:spPr>
          <a:xfrm>
            <a:off x="5884558" y="5618015"/>
            <a:ext cx="127635" cy="418465"/>
          </a:xfrm>
          <a:custGeom>
            <a:avLst/>
            <a:gdLst/>
            <a:ahLst/>
            <a:cxnLst/>
            <a:rect l="l" t="t" r="r" b="b"/>
            <a:pathLst>
              <a:path w="127635" h="418464">
                <a:moveTo>
                  <a:pt x="127369" y="417991"/>
                </a:moveTo>
                <a:lnTo>
                  <a:pt x="0" y="417991"/>
                </a:lnTo>
                <a:lnTo>
                  <a:pt x="0" y="0"/>
                </a:lnTo>
                <a:lnTo>
                  <a:pt x="127369" y="0"/>
                </a:lnTo>
                <a:lnTo>
                  <a:pt x="127369" y="417991"/>
                </a:lnTo>
                <a:close/>
              </a:path>
            </a:pathLst>
          </a:custGeom>
          <a:solidFill>
            <a:srgbClr val="F4F2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0" name="object 150"/>
          <p:cNvSpPr txBox="1"/>
          <p:nvPr/>
        </p:nvSpPr>
        <p:spPr>
          <a:xfrm>
            <a:off x="5871857" y="5617434"/>
            <a:ext cx="194945" cy="3930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400" spc="-25">
                <a:solidFill>
                  <a:srgbClr val="A7AEAF"/>
                </a:solidFill>
                <a:latin typeface="Arial"/>
                <a:cs typeface="Arial"/>
              </a:rPr>
              <a:t>,.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1" name="object 151"/>
          <p:cNvSpPr txBox="1"/>
          <p:nvPr/>
        </p:nvSpPr>
        <p:spPr>
          <a:xfrm>
            <a:off x="6582361" y="5815310"/>
            <a:ext cx="66040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-50">
                <a:solidFill>
                  <a:srgbClr val="5D6262"/>
                </a:solidFill>
                <a:latin typeface="Times New Roman"/>
                <a:cs typeface="Times New Roman"/>
              </a:rPr>
              <a:t>)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52" name="object 152"/>
          <p:cNvSpPr/>
          <p:nvPr/>
        </p:nvSpPr>
        <p:spPr>
          <a:xfrm>
            <a:off x="5894518" y="5995302"/>
            <a:ext cx="140335" cy="172085"/>
          </a:xfrm>
          <a:custGeom>
            <a:avLst/>
            <a:gdLst/>
            <a:ahLst/>
            <a:cxnLst/>
            <a:rect l="l" t="t" r="r" b="b"/>
            <a:pathLst>
              <a:path w="140335" h="172085">
                <a:moveTo>
                  <a:pt x="140106" y="171856"/>
                </a:moveTo>
                <a:lnTo>
                  <a:pt x="0" y="171856"/>
                </a:lnTo>
                <a:lnTo>
                  <a:pt x="0" y="0"/>
                </a:lnTo>
                <a:lnTo>
                  <a:pt x="140106" y="0"/>
                </a:lnTo>
                <a:lnTo>
                  <a:pt x="140106" y="171856"/>
                </a:lnTo>
                <a:close/>
              </a:path>
            </a:pathLst>
          </a:custGeom>
          <a:solidFill>
            <a:srgbClr val="F4F2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3" name="object 153"/>
          <p:cNvSpPr txBox="1"/>
          <p:nvPr/>
        </p:nvSpPr>
        <p:spPr>
          <a:xfrm>
            <a:off x="5881818" y="5987652"/>
            <a:ext cx="15303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-25">
                <a:solidFill>
                  <a:srgbClr val="A7AEAF"/>
                </a:solidFill>
                <a:latin typeface="Times New Roman"/>
                <a:cs typeface="Times New Roman"/>
              </a:rPr>
              <a:t>20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54" name="object 154"/>
          <p:cNvSpPr txBox="1"/>
          <p:nvPr/>
        </p:nvSpPr>
        <p:spPr>
          <a:xfrm>
            <a:off x="6391261" y="5323813"/>
            <a:ext cx="344170" cy="96011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sz="950" spc="-150">
                <a:solidFill>
                  <a:srgbClr val="5D6262"/>
                </a:solidFill>
                <a:latin typeface="Arial"/>
                <a:cs typeface="Arial"/>
              </a:rPr>
              <a:t>}</a:t>
            </a:r>
            <a:r>
              <a:rPr dirty="0" baseline="-33697" sz="9150" spc="150">
                <a:solidFill>
                  <a:srgbClr val="A3877C"/>
                </a:solidFill>
                <a:latin typeface="Times New Roman"/>
                <a:cs typeface="Times New Roman"/>
              </a:rPr>
              <a:t>-</a:t>
            </a:r>
            <a:endParaRPr baseline="-33697" sz="9150">
              <a:latin typeface="Times New Roman"/>
              <a:cs typeface="Times New Roman"/>
            </a:endParaRPr>
          </a:p>
        </p:txBody>
      </p:sp>
      <p:sp>
        <p:nvSpPr>
          <p:cNvPr id="155" name="object 155"/>
          <p:cNvSpPr txBox="1"/>
          <p:nvPr/>
        </p:nvSpPr>
        <p:spPr>
          <a:xfrm>
            <a:off x="9706760" y="6223827"/>
            <a:ext cx="236220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170">
                <a:solidFill>
                  <a:srgbClr val="623D2B"/>
                </a:solidFill>
                <a:latin typeface="Arial"/>
                <a:cs typeface="Arial"/>
              </a:rPr>
              <a:t>I</a:t>
            </a:r>
            <a:r>
              <a:rPr dirty="0" sz="2050" spc="170">
                <a:solidFill>
                  <a:srgbClr val="A3877C"/>
                </a:solidFill>
                <a:latin typeface="Arial"/>
                <a:cs typeface="Arial"/>
              </a:rPr>
              <a:t>-</a:t>
            </a:r>
            <a:endParaRPr sz="2050">
              <a:latin typeface="Arial"/>
              <a:cs typeface="Arial"/>
            </a:endParaRPr>
          </a:p>
        </p:txBody>
      </p:sp>
      <p:sp>
        <p:nvSpPr>
          <p:cNvPr id="156" name="object 156"/>
          <p:cNvSpPr txBox="1"/>
          <p:nvPr/>
        </p:nvSpPr>
        <p:spPr>
          <a:xfrm>
            <a:off x="10696833" y="6274891"/>
            <a:ext cx="1111250" cy="247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50" spc="270">
                <a:solidFill>
                  <a:srgbClr val="74564D"/>
                </a:solidFill>
                <a:latin typeface="Arial"/>
                <a:cs typeface="Arial"/>
              </a:rPr>
              <a:t>v</a:t>
            </a:r>
            <a:r>
              <a:rPr dirty="0" sz="1450" spc="270">
                <a:solidFill>
                  <a:srgbClr val="623D2B"/>
                </a:solidFill>
                <a:latin typeface="Arial"/>
                <a:cs typeface="Arial"/>
              </a:rPr>
              <a:t>llD</a:t>
            </a:r>
            <a:r>
              <a:rPr dirty="0" sz="1450" spc="270">
                <a:solidFill>
                  <a:srgbClr val="74564D"/>
                </a:solidFill>
                <a:latin typeface="Arial"/>
                <a:cs typeface="Arial"/>
              </a:rPr>
              <a:t>liil�</a:t>
            </a:r>
            <a:r>
              <a:rPr dirty="0" sz="1450" spc="270">
                <a:solidFill>
                  <a:srgbClr val="623D2B"/>
                </a:solidFill>
                <a:latin typeface="Arial"/>
                <a:cs typeface="Arial"/>
              </a:rPr>
              <a:t>x</a:t>
            </a:r>
            <a:endParaRPr sz="1450">
              <a:latin typeface="Arial"/>
              <a:cs typeface="Arial"/>
            </a:endParaRPr>
          </a:p>
        </p:txBody>
      </p:sp>
      <p:sp>
        <p:nvSpPr>
          <p:cNvPr id="157" name="object 157"/>
          <p:cNvSpPr txBox="1"/>
          <p:nvPr/>
        </p:nvSpPr>
        <p:spPr>
          <a:xfrm>
            <a:off x="5833545" y="6555747"/>
            <a:ext cx="1364615" cy="3092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243965" algn="l"/>
              </a:tabLst>
            </a:pPr>
            <a:r>
              <a:rPr dirty="0" u="heavy" sz="1850">
                <a:solidFill>
                  <a:srgbClr val="623D2B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heavy" sz="1850" spc="-545">
                <a:solidFill>
                  <a:srgbClr val="623D2B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58" name="object 158"/>
          <p:cNvSpPr txBox="1"/>
          <p:nvPr/>
        </p:nvSpPr>
        <p:spPr>
          <a:xfrm>
            <a:off x="3568068" y="6798303"/>
            <a:ext cx="180975" cy="41655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550" spc="-770">
                <a:solidFill>
                  <a:srgbClr val="424D52"/>
                </a:solidFill>
                <a:latin typeface="Times New Roman"/>
                <a:cs typeface="Times New Roman"/>
              </a:rPr>
              <a:t>®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159" name="object 159"/>
          <p:cNvSpPr txBox="1"/>
          <p:nvPr/>
        </p:nvSpPr>
        <p:spPr>
          <a:xfrm>
            <a:off x="8524844" y="6702556"/>
            <a:ext cx="372745" cy="5924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700" b="1">
                <a:solidFill>
                  <a:srgbClr val="DA4F16"/>
                </a:solidFill>
                <a:latin typeface="Arial"/>
                <a:cs typeface="Arial"/>
              </a:rPr>
              <a:t>B</a:t>
            </a:r>
            <a:endParaRPr sz="3700">
              <a:latin typeface="Arial"/>
              <a:cs typeface="Arial"/>
            </a:endParaRPr>
          </a:p>
        </p:txBody>
      </p:sp>
      <p:sp>
        <p:nvSpPr>
          <p:cNvPr id="160" name="object 160"/>
          <p:cNvSpPr txBox="1"/>
          <p:nvPr/>
        </p:nvSpPr>
        <p:spPr>
          <a:xfrm>
            <a:off x="3566628" y="7219586"/>
            <a:ext cx="303530" cy="4013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450" spc="-305" i="1">
                <a:solidFill>
                  <a:srgbClr val="424D52"/>
                </a:solidFill>
                <a:latin typeface="Arial"/>
                <a:cs typeface="Arial"/>
              </a:rPr>
              <a:t>€1</a:t>
            </a:r>
            <a:endParaRPr sz="2450">
              <a:latin typeface="Arial"/>
              <a:cs typeface="Arial"/>
            </a:endParaRPr>
          </a:p>
        </p:txBody>
      </p:sp>
      <p:sp>
        <p:nvSpPr>
          <p:cNvPr id="161" name="object 161"/>
          <p:cNvSpPr txBox="1"/>
          <p:nvPr/>
        </p:nvSpPr>
        <p:spPr>
          <a:xfrm>
            <a:off x="3975992" y="7072776"/>
            <a:ext cx="118110" cy="4089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0320">
              <a:lnSpc>
                <a:spcPts val="1325"/>
              </a:lnSpc>
              <a:spcBef>
                <a:spcPts val="105"/>
              </a:spcBef>
            </a:pPr>
            <a:r>
              <a:rPr dirty="0" sz="1200" spc="-50">
                <a:solidFill>
                  <a:srgbClr val="5B7C95"/>
                </a:solidFill>
                <a:latin typeface="Times New Roman"/>
                <a:cs typeface="Times New Roman"/>
              </a:rPr>
              <a:t>&gt;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685"/>
              </a:lnSpc>
            </a:pPr>
            <a:r>
              <a:rPr dirty="0" sz="1500" spc="-95">
                <a:solidFill>
                  <a:srgbClr val="4D6777"/>
                </a:solidFill>
                <a:latin typeface="Arial"/>
                <a:cs typeface="Arial"/>
              </a:rPr>
              <a:t>&gt;</a:t>
            </a:r>
            <a:endParaRPr sz="1500">
              <a:latin typeface="Arial"/>
              <a:cs typeface="Arial"/>
            </a:endParaRPr>
          </a:p>
        </p:txBody>
      </p:sp>
      <p:sp>
        <p:nvSpPr>
          <p:cNvPr id="162" name="object 162"/>
          <p:cNvSpPr/>
          <p:nvPr/>
        </p:nvSpPr>
        <p:spPr>
          <a:xfrm>
            <a:off x="3161309" y="7413425"/>
            <a:ext cx="229235" cy="352425"/>
          </a:xfrm>
          <a:custGeom>
            <a:avLst/>
            <a:gdLst/>
            <a:ahLst/>
            <a:cxnLst/>
            <a:rect l="l" t="t" r="r" b="b"/>
            <a:pathLst>
              <a:path w="229235" h="352425">
                <a:moveTo>
                  <a:pt x="228742" y="352306"/>
                </a:moveTo>
                <a:lnTo>
                  <a:pt x="0" y="352306"/>
                </a:lnTo>
                <a:lnTo>
                  <a:pt x="0" y="0"/>
                </a:lnTo>
                <a:lnTo>
                  <a:pt x="228742" y="0"/>
                </a:lnTo>
                <a:lnTo>
                  <a:pt x="228742" y="352306"/>
                </a:lnTo>
                <a:close/>
              </a:path>
            </a:pathLst>
          </a:custGeom>
          <a:solidFill>
            <a:srgbClr val="F4F2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3" name="object 163"/>
          <p:cNvSpPr txBox="1"/>
          <p:nvPr/>
        </p:nvSpPr>
        <p:spPr>
          <a:xfrm>
            <a:off x="3148609" y="7411077"/>
            <a:ext cx="237490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50">
                <a:solidFill>
                  <a:srgbClr val="A7AEAF"/>
                </a:solidFill>
                <a:latin typeface="Times New Roman"/>
                <a:cs typeface="Times New Roman"/>
              </a:rPr>
              <a:t>-</a:t>
            </a:r>
            <a:r>
              <a:rPr dirty="0" sz="1950" spc="-45">
                <a:solidFill>
                  <a:srgbClr val="A7AEAF"/>
                </a:solidFill>
                <a:latin typeface="Times New Roman"/>
                <a:cs typeface="Times New Roman"/>
              </a:rPr>
              <a:t> </a:t>
            </a:r>
            <a:r>
              <a:rPr dirty="0" sz="2050" spc="-70">
                <a:solidFill>
                  <a:srgbClr val="A7AEAF"/>
                </a:solidFill>
                <a:latin typeface="Times New Roman"/>
                <a:cs typeface="Times New Roman"/>
              </a:rPr>
              <a:t>-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64" name="object 164"/>
          <p:cNvSpPr txBox="1"/>
          <p:nvPr/>
        </p:nvSpPr>
        <p:spPr>
          <a:xfrm>
            <a:off x="4421701" y="7647251"/>
            <a:ext cx="526415" cy="1790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45"/>
              </a:lnSpc>
              <a:tabLst>
                <a:tab pos="309880" algn="l"/>
              </a:tabLst>
            </a:pPr>
            <a:r>
              <a:rPr dirty="0" sz="1200" spc="-50">
                <a:solidFill>
                  <a:srgbClr val="5D6262"/>
                </a:solidFill>
                <a:latin typeface="Arial"/>
                <a:cs typeface="Arial"/>
              </a:rPr>
              <a:t>0</a:t>
            </a:r>
            <a:r>
              <a:rPr dirty="0" sz="1200">
                <a:solidFill>
                  <a:srgbClr val="5D6262"/>
                </a:solidFill>
                <a:latin typeface="Arial"/>
                <a:cs typeface="Arial"/>
              </a:rPr>
              <a:t>	</a:t>
            </a:r>
            <a:r>
              <a:rPr dirty="0" sz="1000" spc="-90">
                <a:solidFill>
                  <a:srgbClr val="5D6262"/>
                </a:solidFill>
                <a:latin typeface="Times New Roman"/>
                <a:cs typeface="Times New Roman"/>
              </a:rPr>
              <a:t>@£0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65" name="object 165"/>
          <p:cNvSpPr txBox="1"/>
          <p:nvPr/>
        </p:nvSpPr>
        <p:spPr>
          <a:xfrm>
            <a:off x="10630493" y="7299178"/>
            <a:ext cx="331470" cy="775335"/>
          </a:xfrm>
          <a:prstGeom prst="rect">
            <a:avLst/>
          </a:prstGeom>
          <a:solidFill>
            <a:srgbClr val="F4F2E9"/>
          </a:solidFill>
        </p:spPr>
        <p:txBody>
          <a:bodyPr wrap="square" lIns="0" tIns="254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r>
              <a:rPr dirty="0" sz="4450" spc="-320">
                <a:solidFill>
                  <a:srgbClr val="A7AEAF"/>
                </a:solidFill>
                <a:latin typeface="Arial"/>
                <a:cs typeface="Arial"/>
              </a:rPr>
              <a:t>-</a:t>
            </a:r>
            <a:endParaRPr sz="4450">
              <a:latin typeface="Arial"/>
              <a:cs typeface="Arial"/>
            </a:endParaRPr>
          </a:p>
        </p:txBody>
      </p:sp>
      <p:sp>
        <p:nvSpPr>
          <p:cNvPr id="166" name="object 166"/>
          <p:cNvSpPr txBox="1"/>
          <p:nvPr/>
        </p:nvSpPr>
        <p:spPr>
          <a:xfrm>
            <a:off x="11617279" y="7615336"/>
            <a:ext cx="97155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60">
                <a:solidFill>
                  <a:srgbClr val="5D6262"/>
                </a:solidFill>
                <a:latin typeface="Times New Roman"/>
                <a:cs typeface="Times New Roman"/>
              </a:rPr>
              <a:t>0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67" name="object 167"/>
          <p:cNvSpPr txBox="1"/>
          <p:nvPr/>
        </p:nvSpPr>
        <p:spPr>
          <a:xfrm>
            <a:off x="3471261" y="7781296"/>
            <a:ext cx="756285" cy="4470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750" spc="525">
                <a:solidFill>
                  <a:srgbClr val="799099"/>
                </a:solidFill>
                <a:latin typeface="Times New Roman"/>
                <a:cs typeface="Times New Roman"/>
              </a:rPr>
              <a:t>H</a:t>
            </a:r>
            <a:r>
              <a:rPr dirty="0" sz="2750" spc="525">
                <a:solidFill>
                  <a:srgbClr val="5B7C95"/>
                </a:solidFill>
                <a:latin typeface="Times New Roman"/>
                <a:cs typeface="Times New Roman"/>
              </a:rPr>
              <a:t>�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168" name="object 168"/>
          <p:cNvSpPr/>
          <p:nvPr/>
        </p:nvSpPr>
        <p:spPr>
          <a:xfrm>
            <a:off x="5616096" y="7890317"/>
            <a:ext cx="38735" cy="200660"/>
          </a:xfrm>
          <a:custGeom>
            <a:avLst/>
            <a:gdLst/>
            <a:ahLst/>
            <a:cxnLst/>
            <a:rect l="l" t="t" r="r" b="b"/>
            <a:pathLst>
              <a:path w="38735" h="200659">
                <a:moveTo>
                  <a:pt x="38210" y="200287"/>
                </a:moveTo>
                <a:lnTo>
                  <a:pt x="0" y="200287"/>
                </a:lnTo>
                <a:lnTo>
                  <a:pt x="0" y="0"/>
                </a:lnTo>
                <a:lnTo>
                  <a:pt x="38210" y="0"/>
                </a:lnTo>
                <a:lnTo>
                  <a:pt x="38210" y="200287"/>
                </a:lnTo>
                <a:close/>
              </a:path>
            </a:pathLst>
          </a:custGeom>
          <a:solidFill>
            <a:srgbClr val="F4F2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9" name="object 169"/>
          <p:cNvSpPr txBox="1"/>
          <p:nvPr/>
        </p:nvSpPr>
        <p:spPr>
          <a:xfrm>
            <a:off x="5507359" y="7883425"/>
            <a:ext cx="238760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09220" indent="-96520">
              <a:lnSpc>
                <a:spcPct val="100000"/>
              </a:lnSpc>
              <a:spcBef>
                <a:spcPts val="105"/>
              </a:spcBef>
              <a:buClr>
                <a:srgbClr val="5B7C95"/>
              </a:buClr>
              <a:buChar char="•"/>
              <a:tabLst>
                <a:tab pos="109220" algn="l"/>
              </a:tabLst>
            </a:pPr>
            <a:r>
              <a:rPr dirty="0" sz="1150" spc="105">
                <a:solidFill>
                  <a:srgbClr val="BCBDBA"/>
                </a:solidFill>
                <a:latin typeface="Arial"/>
                <a:cs typeface="Arial"/>
              </a:rPr>
              <a:t>I</a:t>
            </a:r>
            <a:r>
              <a:rPr dirty="0" sz="1150" spc="105">
                <a:solidFill>
                  <a:srgbClr val="5B7C95"/>
                </a:solidFill>
                <a:latin typeface="Arial"/>
                <a:cs typeface="Arial"/>
              </a:rPr>
              <a:t>,</a:t>
            </a:r>
            <a:endParaRPr sz="1150">
              <a:latin typeface="Arial"/>
              <a:cs typeface="Arial"/>
            </a:endParaRPr>
          </a:p>
        </p:txBody>
      </p:sp>
      <p:sp>
        <p:nvSpPr>
          <p:cNvPr id="170" name="object 170"/>
          <p:cNvSpPr/>
          <p:nvPr/>
        </p:nvSpPr>
        <p:spPr>
          <a:xfrm>
            <a:off x="11918801" y="7826557"/>
            <a:ext cx="26034" cy="418465"/>
          </a:xfrm>
          <a:custGeom>
            <a:avLst/>
            <a:gdLst/>
            <a:ahLst/>
            <a:cxnLst/>
            <a:rect l="l" t="t" r="r" b="b"/>
            <a:pathLst>
              <a:path w="26034" h="418465">
                <a:moveTo>
                  <a:pt x="25473" y="417991"/>
                </a:moveTo>
                <a:lnTo>
                  <a:pt x="0" y="417991"/>
                </a:lnTo>
                <a:lnTo>
                  <a:pt x="0" y="0"/>
                </a:lnTo>
                <a:lnTo>
                  <a:pt x="25473" y="0"/>
                </a:lnTo>
                <a:lnTo>
                  <a:pt x="25473" y="417991"/>
                </a:lnTo>
                <a:close/>
              </a:path>
            </a:pathLst>
          </a:custGeom>
          <a:solidFill>
            <a:srgbClr val="F4F2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1" name="object 171"/>
          <p:cNvSpPr txBox="1"/>
          <p:nvPr/>
        </p:nvSpPr>
        <p:spPr>
          <a:xfrm>
            <a:off x="11805122" y="7825977"/>
            <a:ext cx="248920" cy="3930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400" spc="185">
                <a:solidFill>
                  <a:srgbClr val="5B7C95"/>
                </a:solidFill>
                <a:latin typeface="Arial"/>
                <a:cs typeface="Arial"/>
              </a:rPr>
              <a:t>:</a:t>
            </a:r>
            <a:r>
              <a:rPr dirty="0" sz="2400" spc="185">
                <a:solidFill>
                  <a:srgbClr val="A7AEAF"/>
                </a:solidFill>
                <a:latin typeface="Arial"/>
                <a:cs typeface="Arial"/>
              </a:rPr>
              <a:t>I</a:t>
            </a:r>
            <a:endParaRPr sz="2400">
              <a:latin typeface="Arial"/>
              <a:cs typeface="Arial"/>
            </a:endParaRPr>
          </a:p>
        </p:txBody>
      </p:sp>
      <p:sp>
        <p:nvSpPr>
          <p:cNvPr id="172" name="object 172"/>
          <p:cNvSpPr/>
          <p:nvPr/>
        </p:nvSpPr>
        <p:spPr>
          <a:xfrm>
            <a:off x="5616688" y="7999081"/>
            <a:ext cx="38735" cy="191770"/>
          </a:xfrm>
          <a:custGeom>
            <a:avLst/>
            <a:gdLst/>
            <a:ahLst/>
            <a:cxnLst/>
            <a:rect l="l" t="t" r="r" b="b"/>
            <a:pathLst>
              <a:path w="38735" h="191770">
                <a:moveTo>
                  <a:pt x="38210" y="191579"/>
                </a:moveTo>
                <a:lnTo>
                  <a:pt x="0" y="191579"/>
                </a:lnTo>
                <a:lnTo>
                  <a:pt x="0" y="0"/>
                </a:lnTo>
                <a:lnTo>
                  <a:pt x="38210" y="0"/>
                </a:lnTo>
                <a:lnTo>
                  <a:pt x="38210" y="191579"/>
                </a:lnTo>
                <a:close/>
              </a:path>
            </a:pathLst>
          </a:custGeom>
          <a:solidFill>
            <a:srgbClr val="F4F2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3" name="object 173"/>
          <p:cNvSpPr txBox="1"/>
          <p:nvPr/>
        </p:nvSpPr>
        <p:spPr>
          <a:xfrm>
            <a:off x="5507696" y="7991937"/>
            <a:ext cx="177800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07950" indent="-95250">
              <a:lnSpc>
                <a:spcPct val="100000"/>
              </a:lnSpc>
              <a:spcBef>
                <a:spcPts val="105"/>
              </a:spcBef>
              <a:buClr>
                <a:srgbClr val="5B7C95"/>
              </a:buClr>
              <a:buChar char="•"/>
              <a:tabLst>
                <a:tab pos="107950" algn="l"/>
              </a:tabLst>
            </a:pPr>
            <a:r>
              <a:rPr dirty="0" sz="1100" spc="90">
                <a:solidFill>
                  <a:srgbClr val="BCBDBA"/>
                </a:solidFill>
                <a:latin typeface="Arial"/>
                <a:cs typeface="Arial"/>
              </a:rPr>
              <a:t>I</a:t>
            </a:r>
            <a:endParaRPr sz="1100">
              <a:latin typeface="Arial"/>
              <a:cs typeface="Arial"/>
            </a:endParaRPr>
          </a:p>
        </p:txBody>
      </p:sp>
      <p:sp>
        <p:nvSpPr>
          <p:cNvPr id="174" name="object 174"/>
          <p:cNvSpPr/>
          <p:nvPr/>
        </p:nvSpPr>
        <p:spPr>
          <a:xfrm>
            <a:off x="3643041" y="8093060"/>
            <a:ext cx="127635" cy="252729"/>
          </a:xfrm>
          <a:custGeom>
            <a:avLst/>
            <a:gdLst/>
            <a:ahLst/>
            <a:cxnLst/>
            <a:rect l="l" t="t" r="r" b="b"/>
            <a:pathLst>
              <a:path w="127635" h="252729">
                <a:moveTo>
                  <a:pt x="127369" y="252536"/>
                </a:moveTo>
                <a:lnTo>
                  <a:pt x="0" y="252536"/>
                </a:lnTo>
                <a:lnTo>
                  <a:pt x="0" y="0"/>
                </a:lnTo>
                <a:lnTo>
                  <a:pt x="127369" y="0"/>
                </a:lnTo>
                <a:lnTo>
                  <a:pt x="127369" y="252536"/>
                </a:lnTo>
                <a:close/>
              </a:path>
            </a:pathLst>
          </a:custGeom>
          <a:solidFill>
            <a:srgbClr val="F4F2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5" name="object 175"/>
          <p:cNvSpPr txBox="1"/>
          <p:nvPr/>
        </p:nvSpPr>
        <p:spPr>
          <a:xfrm>
            <a:off x="3630341" y="8087683"/>
            <a:ext cx="203200" cy="247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50" spc="380">
                <a:solidFill>
                  <a:srgbClr val="A7AEAF"/>
                </a:solidFill>
                <a:latin typeface="Arial"/>
                <a:cs typeface="Arial"/>
              </a:rPr>
              <a:t>A</a:t>
            </a:r>
            <a:endParaRPr sz="1450">
              <a:latin typeface="Arial"/>
              <a:cs typeface="Arial"/>
            </a:endParaRPr>
          </a:p>
        </p:txBody>
      </p:sp>
      <p:sp>
        <p:nvSpPr>
          <p:cNvPr id="176" name="object 176"/>
          <p:cNvSpPr/>
          <p:nvPr/>
        </p:nvSpPr>
        <p:spPr>
          <a:xfrm>
            <a:off x="4717824" y="8093060"/>
            <a:ext cx="114935" cy="252729"/>
          </a:xfrm>
          <a:custGeom>
            <a:avLst/>
            <a:gdLst/>
            <a:ahLst/>
            <a:cxnLst/>
            <a:rect l="l" t="t" r="r" b="b"/>
            <a:pathLst>
              <a:path w="114935" h="252729">
                <a:moveTo>
                  <a:pt x="114632" y="252536"/>
                </a:moveTo>
                <a:lnTo>
                  <a:pt x="0" y="252536"/>
                </a:lnTo>
                <a:lnTo>
                  <a:pt x="0" y="0"/>
                </a:lnTo>
                <a:lnTo>
                  <a:pt x="114632" y="0"/>
                </a:lnTo>
                <a:lnTo>
                  <a:pt x="114632" y="252536"/>
                </a:lnTo>
                <a:close/>
              </a:path>
            </a:pathLst>
          </a:custGeom>
          <a:solidFill>
            <a:srgbClr val="F4F2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7" name="object 177"/>
          <p:cNvSpPr txBox="1"/>
          <p:nvPr/>
        </p:nvSpPr>
        <p:spPr>
          <a:xfrm>
            <a:off x="4705125" y="8087683"/>
            <a:ext cx="173355" cy="247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50" spc="295">
                <a:solidFill>
                  <a:srgbClr val="A7AEAF"/>
                </a:solidFill>
                <a:latin typeface="Arial"/>
                <a:cs typeface="Arial"/>
              </a:rPr>
              <a:t>8</a:t>
            </a:r>
            <a:endParaRPr sz="1450">
              <a:latin typeface="Arial"/>
              <a:cs typeface="Arial"/>
            </a:endParaRPr>
          </a:p>
        </p:txBody>
      </p:sp>
      <p:sp>
        <p:nvSpPr>
          <p:cNvPr id="178" name="object 178"/>
          <p:cNvSpPr txBox="1"/>
          <p:nvPr/>
        </p:nvSpPr>
        <p:spPr>
          <a:xfrm>
            <a:off x="5992540" y="8323857"/>
            <a:ext cx="5942330" cy="3930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350" spc="170" b="1">
                <a:solidFill>
                  <a:srgbClr val="010100"/>
                </a:solidFill>
                <a:latin typeface="Arial"/>
                <a:cs typeface="Arial"/>
              </a:rPr>
              <a:t>Th</a:t>
            </a:r>
            <a:r>
              <a:rPr dirty="0" sz="2350" spc="-400" b="1">
                <a:solidFill>
                  <a:srgbClr val="010100"/>
                </a:solidFill>
                <a:latin typeface="Arial"/>
                <a:cs typeface="Arial"/>
              </a:rPr>
              <a:t>e</a:t>
            </a:r>
            <a:r>
              <a:rPr dirty="0" sz="2350" spc="175" b="1">
                <a:solidFill>
                  <a:srgbClr val="010100"/>
                </a:solidFill>
                <a:latin typeface="Arial"/>
                <a:cs typeface="Arial"/>
              </a:rPr>
              <a:t>Terminal:</a:t>
            </a:r>
            <a:r>
              <a:rPr dirty="0" sz="2350" spc="-170" b="1">
                <a:solidFill>
                  <a:srgbClr val="010100"/>
                </a:solidFill>
                <a:latin typeface="Arial"/>
                <a:cs typeface="Arial"/>
              </a:rPr>
              <a:t> </a:t>
            </a:r>
            <a:r>
              <a:rPr dirty="0" sz="2400" spc="75">
                <a:solidFill>
                  <a:srgbClr val="010100"/>
                </a:solidFill>
                <a:latin typeface="Arial"/>
                <a:cs typeface="Arial"/>
              </a:rPr>
              <a:t>Dir</a:t>
            </a:r>
            <a:r>
              <a:rPr dirty="0" sz="2400" spc="75">
                <a:solidFill>
                  <a:srgbClr val="1C1C1A"/>
                </a:solidFill>
                <a:latin typeface="Arial"/>
                <a:cs typeface="Arial"/>
              </a:rPr>
              <a:t>ec</a:t>
            </a:r>
            <a:r>
              <a:rPr dirty="0" sz="2400" spc="75">
                <a:solidFill>
                  <a:srgbClr val="010100"/>
                </a:solidFill>
                <a:latin typeface="Arial"/>
                <a:cs typeface="Arial"/>
              </a:rPr>
              <a:t>t</a:t>
            </a:r>
            <a:r>
              <a:rPr dirty="0" sz="2400" spc="220">
                <a:solidFill>
                  <a:srgbClr val="010100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1C1C1A"/>
                </a:solidFill>
                <a:latin typeface="Arial"/>
                <a:cs typeface="Arial"/>
              </a:rPr>
              <a:t>OS</a:t>
            </a:r>
            <a:r>
              <a:rPr dirty="0" sz="2400" spc="-75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dirty="0" sz="2400" spc="130">
                <a:solidFill>
                  <a:srgbClr val="1C1C1A"/>
                </a:solidFill>
                <a:latin typeface="Arial"/>
                <a:cs typeface="Arial"/>
              </a:rPr>
              <a:t>co</a:t>
            </a:r>
            <a:r>
              <a:rPr dirty="0" sz="2400" spc="130">
                <a:solidFill>
                  <a:srgbClr val="010100"/>
                </a:solidFill>
                <a:latin typeface="Arial"/>
                <a:cs typeface="Arial"/>
              </a:rPr>
              <a:t>mmuni</a:t>
            </a:r>
            <a:r>
              <a:rPr dirty="0" sz="2400" spc="130">
                <a:solidFill>
                  <a:srgbClr val="1C1C1A"/>
                </a:solidFill>
                <a:latin typeface="Arial"/>
                <a:cs typeface="Arial"/>
              </a:rPr>
              <a:t>ca</a:t>
            </a:r>
            <a:r>
              <a:rPr dirty="0" sz="2400" spc="130">
                <a:solidFill>
                  <a:srgbClr val="010100"/>
                </a:solidFill>
                <a:latin typeface="Arial"/>
                <a:cs typeface="Arial"/>
              </a:rPr>
              <a:t>ti</a:t>
            </a:r>
            <a:r>
              <a:rPr dirty="0" sz="2400" spc="130">
                <a:solidFill>
                  <a:srgbClr val="1C1C1A"/>
                </a:solidFill>
                <a:latin typeface="Arial"/>
                <a:cs typeface="Arial"/>
              </a:rPr>
              <a:t>o</a:t>
            </a:r>
            <a:r>
              <a:rPr dirty="0" sz="2400" spc="130">
                <a:solidFill>
                  <a:srgbClr val="010100"/>
                </a:solidFill>
                <a:latin typeface="Arial"/>
                <a:cs typeface="Arial"/>
              </a:rPr>
              <a:t>n</a:t>
            </a:r>
            <a:endParaRPr sz="2400">
              <a:latin typeface="Arial"/>
              <a:cs typeface="Arial"/>
            </a:endParaRPr>
          </a:p>
        </p:txBody>
      </p:sp>
      <p:sp>
        <p:nvSpPr>
          <p:cNvPr id="179" name="object 179"/>
          <p:cNvSpPr txBox="1"/>
          <p:nvPr/>
        </p:nvSpPr>
        <p:spPr>
          <a:xfrm>
            <a:off x="12339852" y="4224919"/>
            <a:ext cx="153035" cy="252729"/>
          </a:xfrm>
          <a:prstGeom prst="rect">
            <a:avLst/>
          </a:prstGeom>
          <a:solidFill>
            <a:srgbClr val="F4F2E9"/>
          </a:solidFill>
        </p:spPr>
        <p:txBody>
          <a:bodyPr wrap="square" lIns="0" tIns="825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5"/>
              </a:spcBef>
            </a:pPr>
            <a:r>
              <a:rPr dirty="0" sz="1450" spc="65">
                <a:solidFill>
                  <a:srgbClr val="A7AEAF"/>
                </a:solidFill>
                <a:latin typeface="Arial"/>
                <a:cs typeface="Arial"/>
              </a:rPr>
              <a:t>H</a:t>
            </a:r>
            <a:endParaRPr sz="1450">
              <a:latin typeface="Arial"/>
              <a:cs typeface="Arial"/>
            </a:endParaRPr>
          </a:p>
        </p:txBody>
      </p:sp>
      <p:sp>
        <p:nvSpPr>
          <p:cNvPr id="180" name="object 180"/>
          <p:cNvSpPr txBox="1"/>
          <p:nvPr/>
        </p:nvSpPr>
        <p:spPr>
          <a:xfrm>
            <a:off x="12351563" y="6273632"/>
            <a:ext cx="140335" cy="257810"/>
          </a:xfrm>
          <a:prstGeom prst="rect">
            <a:avLst/>
          </a:prstGeom>
          <a:solidFill>
            <a:srgbClr val="F4F2E9"/>
          </a:solidFill>
        </p:spPr>
        <p:txBody>
          <a:bodyPr wrap="square" lIns="0" tIns="825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5"/>
              </a:spcBef>
            </a:pPr>
            <a:r>
              <a:rPr dirty="0" sz="1500" spc="-90">
                <a:solidFill>
                  <a:srgbClr val="A7AEAF"/>
                </a:solidFill>
                <a:latin typeface="Times New Roman"/>
                <a:cs typeface="Times New Roman"/>
              </a:rPr>
              <a:t>H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81" name="object 181"/>
          <p:cNvSpPr txBox="1"/>
          <p:nvPr/>
        </p:nvSpPr>
        <p:spPr>
          <a:xfrm>
            <a:off x="12339852" y="6969639"/>
            <a:ext cx="140335" cy="252729"/>
          </a:xfrm>
          <a:prstGeom prst="rect">
            <a:avLst/>
          </a:prstGeom>
          <a:solidFill>
            <a:srgbClr val="F4F2E9"/>
          </a:solidFill>
        </p:spPr>
        <p:txBody>
          <a:bodyPr wrap="square" lIns="0" tIns="825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5"/>
              </a:spcBef>
            </a:pPr>
            <a:r>
              <a:rPr dirty="0" sz="1450" spc="-50">
                <a:solidFill>
                  <a:srgbClr val="A7AEAF"/>
                </a:solidFill>
                <a:latin typeface="Arial"/>
                <a:cs typeface="Arial"/>
              </a:rPr>
              <a:t>H</a:t>
            </a:r>
            <a:endParaRPr sz="1450">
              <a:latin typeface="Arial"/>
              <a:cs typeface="Arial"/>
            </a:endParaRPr>
          </a:p>
        </p:txBody>
      </p:sp>
      <p:sp>
        <p:nvSpPr>
          <p:cNvPr id="182" name="object 182"/>
          <p:cNvSpPr/>
          <p:nvPr/>
        </p:nvSpPr>
        <p:spPr>
          <a:xfrm>
            <a:off x="12047660" y="7514040"/>
            <a:ext cx="394970" cy="409575"/>
          </a:xfrm>
          <a:custGeom>
            <a:avLst/>
            <a:gdLst/>
            <a:ahLst/>
            <a:cxnLst/>
            <a:rect l="l" t="t" r="r" b="b"/>
            <a:pathLst>
              <a:path w="394970" h="409575">
                <a:moveTo>
                  <a:pt x="394844" y="409283"/>
                </a:moveTo>
                <a:lnTo>
                  <a:pt x="0" y="409283"/>
                </a:lnTo>
                <a:lnTo>
                  <a:pt x="0" y="0"/>
                </a:lnTo>
                <a:lnTo>
                  <a:pt x="394844" y="0"/>
                </a:lnTo>
                <a:lnTo>
                  <a:pt x="394844" y="409283"/>
                </a:lnTo>
                <a:close/>
              </a:path>
            </a:pathLst>
          </a:custGeom>
          <a:solidFill>
            <a:srgbClr val="F4F2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3" name="object 183"/>
          <p:cNvSpPr txBox="1"/>
          <p:nvPr/>
        </p:nvSpPr>
        <p:spPr>
          <a:xfrm>
            <a:off x="12034959" y="7513207"/>
            <a:ext cx="448945" cy="3854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u="heavy" sz="2350" spc="-285">
                <a:solidFill>
                  <a:srgbClr val="A7AEAF"/>
                </a:solidFill>
                <a:uFill>
                  <a:solidFill>
                    <a:srgbClr val="A7AEAF"/>
                  </a:solidFill>
                </a:uFill>
                <a:latin typeface="Arial"/>
                <a:cs typeface="Arial"/>
              </a:rPr>
              <a:t>:::J:s</a:t>
            </a:r>
            <a:endParaRPr sz="2350">
              <a:latin typeface="Arial"/>
              <a:cs typeface="Arial"/>
            </a:endParaRPr>
          </a:p>
        </p:txBody>
      </p:sp>
      <p:sp>
        <p:nvSpPr>
          <p:cNvPr id="184" name="object 184"/>
          <p:cNvSpPr txBox="1"/>
          <p:nvPr/>
        </p:nvSpPr>
        <p:spPr>
          <a:xfrm>
            <a:off x="13250062" y="3287613"/>
            <a:ext cx="8890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50">
                <a:solidFill>
                  <a:srgbClr val="2B2F31"/>
                </a:solidFill>
                <a:latin typeface="Arial"/>
                <a:cs typeface="Arial"/>
              </a:rPr>
              <a:t>•</a:t>
            </a:r>
            <a:endParaRPr sz="1350">
              <a:latin typeface="Arial"/>
              <a:cs typeface="Arial"/>
            </a:endParaRPr>
          </a:p>
        </p:txBody>
      </p:sp>
      <p:sp>
        <p:nvSpPr>
          <p:cNvPr id="185" name="object 185"/>
          <p:cNvSpPr txBox="1"/>
          <p:nvPr/>
        </p:nvSpPr>
        <p:spPr>
          <a:xfrm>
            <a:off x="14342402" y="3249314"/>
            <a:ext cx="158115" cy="2787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-50">
                <a:solidFill>
                  <a:srgbClr val="1C1C1A"/>
                </a:solidFill>
                <a:latin typeface="Courier New"/>
                <a:cs typeface="Courier New"/>
              </a:rPr>
              <a:t>•</a:t>
            </a:r>
            <a:endParaRPr sz="1650">
              <a:latin typeface="Courier New"/>
              <a:cs typeface="Courier New"/>
            </a:endParaRPr>
          </a:p>
        </p:txBody>
      </p:sp>
      <p:sp>
        <p:nvSpPr>
          <p:cNvPr id="186" name="object 186"/>
          <p:cNvSpPr txBox="1"/>
          <p:nvPr/>
        </p:nvSpPr>
        <p:spPr>
          <a:xfrm>
            <a:off x="12926809" y="1537173"/>
            <a:ext cx="3557270" cy="2169160"/>
          </a:xfrm>
          <a:prstGeom prst="rect">
            <a:avLst/>
          </a:prstGeom>
        </p:spPr>
        <p:txBody>
          <a:bodyPr wrap="square" lIns="0" tIns="271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135"/>
              </a:spcBef>
            </a:pPr>
            <a:r>
              <a:rPr dirty="0" sz="3150" spc="85" b="1">
                <a:solidFill>
                  <a:srgbClr val="1C1C1A"/>
                </a:solidFill>
                <a:latin typeface="Arial"/>
                <a:cs typeface="Arial"/>
              </a:rPr>
              <a:t>Why</a:t>
            </a:r>
            <a:r>
              <a:rPr dirty="0" sz="3150" spc="-195" b="1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dirty="0" sz="3150" spc="65" b="1">
                <a:solidFill>
                  <a:srgbClr val="1C1C1A"/>
                </a:solidFill>
                <a:latin typeface="Arial"/>
                <a:cs typeface="Arial"/>
              </a:rPr>
              <a:t>use</a:t>
            </a:r>
            <a:r>
              <a:rPr dirty="0" sz="3150" spc="-204" b="1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dirty="0" sz="3150" spc="140" b="1">
                <a:solidFill>
                  <a:srgbClr val="1C1C1A"/>
                </a:solidFill>
                <a:latin typeface="Arial"/>
                <a:cs typeface="Arial"/>
              </a:rPr>
              <a:t>an</a:t>
            </a:r>
            <a:r>
              <a:rPr dirty="0" sz="3150" spc="-340" b="1">
                <a:solidFill>
                  <a:srgbClr val="1C1C1A"/>
                </a:solidFill>
                <a:latin typeface="Arial"/>
                <a:cs typeface="Arial"/>
              </a:rPr>
              <a:t> </a:t>
            </a:r>
            <a:r>
              <a:rPr dirty="0" sz="3150" spc="-20" b="1">
                <a:solidFill>
                  <a:srgbClr val="1C1C1A"/>
                </a:solidFill>
                <a:latin typeface="Arial"/>
                <a:cs typeface="Arial"/>
              </a:rPr>
              <a:t>IDE?</a:t>
            </a:r>
            <a:endParaRPr sz="3150">
              <a:latin typeface="Arial"/>
              <a:cs typeface="Arial"/>
            </a:endParaRPr>
          </a:p>
          <a:p>
            <a:pPr algn="just" marL="280035" marR="5080" indent="-231140">
              <a:lnSpc>
                <a:spcPts val="2920"/>
              </a:lnSpc>
              <a:spcBef>
                <a:spcPts val="2365"/>
              </a:spcBef>
            </a:pPr>
            <a:r>
              <a:rPr dirty="0" sz="2050" spc="-90">
                <a:solidFill>
                  <a:srgbClr val="010100"/>
                </a:solidFill>
                <a:latin typeface="Arial"/>
                <a:cs typeface="Arial"/>
              </a:rPr>
              <a:t>1.</a:t>
            </a:r>
            <a:r>
              <a:rPr dirty="0" sz="2050" spc="-55">
                <a:solidFill>
                  <a:srgbClr val="010100"/>
                </a:solidFill>
                <a:latin typeface="Arial"/>
                <a:cs typeface="Arial"/>
              </a:rPr>
              <a:t> </a:t>
            </a:r>
            <a:r>
              <a:rPr dirty="0" sz="2850" spc="-85" b="1">
                <a:solidFill>
                  <a:srgbClr val="010100"/>
                </a:solidFill>
                <a:latin typeface="Times New Roman"/>
                <a:cs typeface="Times New Roman"/>
              </a:rPr>
              <a:t>Unified</a:t>
            </a:r>
            <a:r>
              <a:rPr dirty="0" sz="2850" spc="-55" b="1">
                <a:solidFill>
                  <a:srgbClr val="010100"/>
                </a:solidFill>
                <a:latin typeface="Times New Roman"/>
                <a:cs typeface="Times New Roman"/>
              </a:rPr>
              <a:t> </a:t>
            </a:r>
            <a:r>
              <a:rPr dirty="0" sz="2850" spc="-10" b="1">
                <a:solidFill>
                  <a:srgbClr val="010100"/>
                </a:solidFill>
                <a:latin typeface="Times New Roman"/>
                <a:cs typeface="Times New Roman"/>
              </a:rPr>
              <a:t>Int</a:t>
            </a:r>
            <a:r>
              <a:rPr dirty="0" sz="2850" spc="-10" b="1">
                <a:solidFill>
                  <a:srgbClr val="1C1C1A"/>
                </a:solidFill>
                <a:latin typeface="Times New Roman"/>
                <a:cs typeface="Times New Roman"/>
              </a:rPr>
              <a:t>e</a:t>
            </a:r>
            <a:r>
              <a:rPr dirty="0" sz="2850" spc="-10" b="1">
                <a:solidFill>
                  <a:srgbClr val="010100"/>
                </a:solidFill>
                <a:latin typeface="Times New Roman"/>
                <a:cs typeface="Times New Roman"/>
              </a:rPr>
              <a:t>rface</a:t>
            </a:r>
            <a:r>
              <a:rPr dirty="0" sz="2850" spc="-10" b="1">
                <a:solidFill>
                  <a:srgbClr val="1C1C1A"/>
                </a:solidFill>
                <a:latin typeface="Times New Roman"/>
                <a:cs typeface="Times New Roman"/>
              </a:rPr>
              <a:t>:</a:t>
            </a:r>
            <a:r>
              <a:rPr dirty="0" sz="2650" spc="-10">
                <a:solidFill>
                  <a:srgbClr val="1C1C1A"/>
                </a:solidFill>
                <a:latin typeface="Times New Roman"/>
                <a:cs typeface="Times New Roman"/>
              </a:rPr>
              <a:t>E</a:t>
            </a:r>
            <a:r>
              <a:rPr dirty="0" sz="2650" spc="-10">
                <a:solidFill>
                  <a:srgbClr val="010100"/>
                </a:solidFill>
                <a:latin typeface="Times New Roman"/>
                <a:cs typeface="Times New Roman"/>
              </a:rPr>
              <a:t>dit </a:t>
            </a:r>
            <a:r>
              <a:rPr dirty="0" sz="2650" spc="80">
                <a:solidFill>
                  <a:srgbClr val="010100"/>
                </a:solidFill>
                <a:latin typeface="Times New Roman"/>
                <a:cs typeface="Times New Roman"/>
              </a:rPr>
              <a:t>cod</a:t>
            </a:r>
            <a:r>
              <a:rPr dirty="0" sz="2650" spc="80">
                <a:solidFill>
                  <a:srgbClr val="1C1C1A"/>
                </a:solidFill>
                <a:latin typeface="Times New Roman"/>
                <a:cs typeface="Times New Roman"/>
              </a:rPr>
              <a:t>e</a:t>
            </a:r>
            <a:r>
              <a:rPr dirty="0" sz="2650" spc="-95">
                <a:solidFill>
                  <a:srgbClr val="1C1C1A"/>
                </a:solidFill>
                <a:latin typeface="Times New Roman"/>
                <a:cs typeface="Times New Roman"/>
              </a:rPr>
              <a:t> </a:t>
            </a:r>
            <a:r>
              <a:rPr dirty="0" sz="2650" spc="125">
                <a:solidFill>
                  <a:srgbClr val="010100"/>
                </a:solidFill>
                <a:latin typeface="Times New Roman"/>
                <a:cs typeface="Times New Roman"/>
              </a:rPr>
              <a:t>and</a:t>
            </a:r>
            <a:r>
              <a:rPr dirty="0" sz="2650">
                <a:solidFill>
                  <a:srgbClr val="010100"/>
                </a:solidFill>
                <a:latin typeface="Times New Roman"/>
                <a:cs typeface="Times New Roman"/>
              </a:rPr>
              <a:t> </a:t>
            </a:r>
            <a:r>
              <a:rPr dirty="0" sz="2650" spc="120">
                <a:solidFill>
                  <a:srgbClr val="010100"/>
                </a:solidFill>
                <a:latin typeface="Times New Roman"/>
                <a:cs typeface="Times New Roman"/>
              </a:rPr>
              <a:t>m</a:t>
            </a:r>
            <a:r>
              <a:rPr dirty="0" sz="2650" spc="120">
                <a:solidFill>
                  <a:srgbClr val="1C1C1A"/>
                </a:solidFill>
                <a:latin typeface="Times New Roman"/>
                <a:cs typeface="Times New Roman"/>
              </a:rPr>
              <a:t>a</a:t>
            </a:r>
            <a:r>
              <a:rPr dirty="0" sz="2650" spc="120">
                <a:solidFill>
                  <a:srgbClr val="010100"/>
                </a:solidFill>
                <a:latin typeface="Times New Roman"/>
                <a:cs typeface="Times New Roman"/>
              </a:rPr>
              <a:t>n</a:t>
            </a:r>
            <a:r>
              <a:rPr dirty="0" sz="2650" spc="120">
                <a:solidFill>
                  <a:srgbClr val="1C1C1A"/>
                </a:solidFill>
                <a:latin typeface="Times New Roman"/>
                <a:cs typeface="Times New Roman"/>
              </a:rPr>
              <a:t>age</a:t>
            </a:r>
            <a:r>
              <a:rPr dirty="0" sz="2650" spc="-110">
                <a:solidFill>
                  <a:srgbClr val="1C1C1A"/>
                </a:solidFill>
                <a:latin typeface="Times New Roman"/>
                <a:cs typeface="Times New Roman"/>
              </a:rPr>
              <a:t> </a:t>
            </a:r>
            <a:r>
              <a:rPr dirty="0" sz="2650" spc="-20">
                <a:solidFill>
                  <a:srgbClr val="010100"/>
                </a:solidFill>
                <a:latin typeface="Times New Roman"/>
                <a:cs typeface="Times New Roman"/>
              </a:rPr>
              <a:t>file</a:t>
            </a:r>
            <a:r>
              <a:rPr dirty="0" sz="2650" spc="-20">
                <a:solidFill>
                  <a:srgbClr val="1C1C1A"/>
                </a:solidFill>
                <a:latin typeface="Times New Roman"/>
                <a:cs typeface="Times New Roman"/>
              </a:rPr>
              <a:t>s </a:t>
            </a:r>
            <a:r>
              <a:rPr dirty="0" sz="2650" spc="-35">
                <a:solidFill>
                  <a:srgbClr val="1C1C1A"/>
                </a:solidFill>
                <a:latin typeface="Times New Roman"/>
                <a:cs typeface="Times New Roman"/>
              </a:rPr>
              <a:t>1</a:t>
            </a:r>
            <a:r>
              <a:rPr dirty="0" sz="2650" spc="-35">
                <a:solidFill>
                  <a:srgbClr val="010100"/>
                </a:solidFill>
                <a:latin typeface="Times New Roman"/>
                <a:cs typeface="Times New Roman"/>
              </a:rPr>
              <a:t>n</a:t>
            </a:r>
            <a:r>
              <a:rPr dirty="0" sz="2650" spc="-95">
                <a:solidFill>
                  <a:srgbClr val="010100"/>
                </a:solidFill>
                <a:latin typeface="Times New Roman"/>
                <a:cs typeface="Times New Roman"/>
              </a:rPr>
              <a:t> </a:t>
            </a:r>
            <a:r>
              <a:rPr dirty="0" sz="2650" spc="100">
                <a:solidFill>
                  <a:srgbClr val="1C1C1A"/>
                </a:solidFill>
                <a:latin typeface="Times New Roman"/>
                <a:cs typeface="Times New Roman"/>
              </a:rPr>
              <a:t>o</a:t>
            </a:r>
            <a:r>
              <a:rPr dirty="0" sz="2650" spc="100">
                <a:solidFill>
                  <a:srgbClr val="010100"/>
                </a:solidFill>
                <a:latin typeface="Times New Roman"/>
                <a:cs typeface="Times New Roman"/>
              </a:rPr>
              <a:t>n</a:t>
            </a:r>
            <a:r>
              <a:rPr dirty="0" sz="2650" spc="100">
                <a:solidFill>
                  <a:srgbClr val="1C1C1A"/>
                </a:solidFill>
                <a:latin typeface="Times New Roman"/>
                <a:cs typeface="Times New Roman"/>
              </a:rPr>
              <a:t>e</a:t>
            </a:r>
            <a:r>
              <a:rPr dirty="0" sz="2650" spc="-165">
                <a:solidFill>
                  <a:srgbClr val="1C1C1A"/>
                </a:solidFill>
                <a:latin typeface="Times New Roman"/>
                <a:cs typeface="Times New Roman"/>
              </a:rPr>
              <a:t> </a:t>
            </a:r>
            <a:r>
              <a:rPr dirty="0" sz="2650" spc="-20">
                <a:solidFill>
                  <a:srgbClr val="1C1C1A"/>
                </a:solidFill>
                <a:latin typeface="Times New Roman"/>
                <a:cs typeface="Times New Roman"/>
              </a:rPr>
              <a:t>v</a:t>
            </a:r>
            <a:r>
              <a:rPr dirty="0" sz="2650" spc="-20">
                <a:solidFill>
                  <a:srgbClr val="010100"/>
                </a:solidFill>
                <a:latin typeface="Times New Roman"/>
                <a:cs typeface="Times New Roman"/>
              </a:rPr>
              <a:t>i</a:t>
            </a:r>
            <a:r>
              <a:rPr dirty="0" sz="2650" spc="-20">
                <a:solidFill>
                  <a:srgbClr val="1C1C1A"/>
                </a:solidFill>
                <a:latin typeface="Times New Roman"/>
                <a:cs typeface="Times New Roman"/>
              </a:rPr>
              <a:t>ew.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87" name="object 187"/>
          <p:cNvSpPr txBox="1"/>
          <p:nvPr/>
        </p:nvSpPr>
        <p:spPr>
          <a:xfrm>
            <a:off x="12934594" y="4002517"/>
            <a:ext cx="3540125" cy="195072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298450" marR="5080" indent="-286385">
              <a:lnSpc>
                <a:spcPct val="92200"/>
              </a:lnSpc>
              <a:spcBef>
                <a:spcPts val="380"/>
              </a:spcBef>
            </a:pPr>
            <a:r>
              <a:rPr dirty="0" sz="2300" spc="140">
                <a:solidFill>
                  <a:srgbClr val="1C1C1A"/>
                </a:solidFill>
                <a:latin typeface="Times New Roman"/>
                <a:cs typeface="Times New Roman"/>
              </a:rPr>
              <a:t>2</a:t>
            </a:r>
            <a:r>
              <a:rPr dirty="0" sz="2300" spc="140">
                <a:solidFill>
                  <a:srgbClr val="010100"/>
                </a:solidFill>
                <a:latin typeface="Times New Roman"/>
                <a:cs typeface="Times New Roman"/>
              </a:rPr>
              <a:t>.</a:t>
            </a:r>
            <a:r>
              <a:rPr dirty="0" sz="2300" spc="-220">
                <a:solidFill>
                  <a:srgbClr val="010100"/>
                </a:solidFill>
                <a:latin typeface="Times New Roman"/>
                <a:cs typeface="Times New Roman"/>
              </a:rPr>
              <a:t> </a:t>
            </a:r>
            <a:r>
              <a:rPr dirty="0" sz="2850" b="1">
                <a:solidFill>
                  <a:srgbClr val="1C1C1A"/>
                </a:solidFill>
                <a:latin typeface="Times New Roman"/>
                <a:cs typeface="Times New Roman"/>
              </a:rPr>
              <a:t>E</a:t>
            </a:r>
            <a:r>
              <a:rPr dirty="0" sz="2850" b="1">
                <a:solidFill>
                  <a:srgbClr val="010100"/>
                </a:solidFill>
                <a:latin typeface="Times New Roman"/>
                <a:cs typeface="Times New Roman"/>
              </a:rPr>
              <a:t>xtensions:</a:t>
            </a:r>
            <a:r>
              <a:rPr dirty="0" sz="2650">
                <a:solidFill>
                  <a:srgbClr val="1C1C1A"/>
                </a:solidFill>
                <a:latin typeface="Times New Roman"/>
                <a:cs typeface="Times New Roman"/>
              </a:rPr>
              <a:t>To</a:t>
            </a:r>
            <a:r>
              <a:rPr dirty="0" sz="2650">
                <a:solidFill>
                  <a:srgbClr val="010100"/>
                </a:solidFill>
                <a:latin typeface="Times New Roman"/>
                <a:cs typeface="Times New Roman"/>
              </a:rPr>
              <a:t>ol</a:t>
            </a:r>
            <a:r>
              <a:rPr dirty="0" sz="2650">
                <a:solidFill>
                  <a:srgbClr val="1C1C1A"/>
                </a:solidFill>
                <a:latin typeface="Times New Roman"/>
                <a:cs typeface="Times New Roman"/>
              </a:rPr>
              <a:t>s</a:t>
            </a:r>
            <a:r>
              <a:rPr dirty="0" sz="2650" spc="20">
                <a:solidFill>
                  <a:srgbClr val="1C1C1A"/>
                </a:solidFill>
                <a:latin typeface="Times New Roman"/>
                <a:cs typeface="Times New Roman"/>
              </a:rPr>
              <a:t> </a:t>
            </a:r>
            <a:r>
              <a:rPr dirty="0" sz="2650" spc="-20">
                <a:solidFill>
                  <a:srgbClr val="010100"/>
                </a:solidFill>
                <a:latin typeface="Times New Roman"/>
                <a:cs typeface="Times New Roman"/>
              </a:rPr>
              <a:t>lik</a:t>
            </a:r>
            <a:r>
              <a:rPr dirty="0" sz="2650" spc="-20">
                <a:solidFill>
                  <a:srgbClr val="1C1C1A"/>
                </a:solidFill>
                <a:latin typeface="Times New Roman"/>
                <a:cs typeface="Times New Roman"/>
              </a:rPr>
              <a:t>e </a:t>
            </a:r>
            <a:r>
              <a:rPr dirty="0" sz="2650" spc="85">
                <a:solidFill>
                  <a:srgbClr val="010100"/>
                </a:solidFill>
                <a:latin typeface="Times New Roman"/>
                <a:cs typeface="Times New Roman"/>
              </a:rPr>
              <a:t>'Quarto'</a:t>
            </a:r>
            <a:r>
              <a:rPr dirty="0" sz="2650" spc="110">
                <a:solidFill>
                  <a:srgbClr val="010100"/>
                </a:solidFill>
                <a:latin typeface="Times New Roman"/>
                <a:cs typeface="Times New Roman"/>
              </a:rPr>
              <a:t> </a:t>
            </a:r>
            <a:r>
              <a:rPr dirty="0" sz="2650" spc="80">
                <a:solidFill>
                  <a:srgbClr val="010100"/>
                </a:solidFill>
                <a:latin typeface="Times New Roman"/>
                <a:cs typeface="Times New Roman"/>
              </a:rPr>
              <a:t>for</a:t>
            </a:r>
            <a:r>
              <a:rPr dirty="0" sz="2650" spc="-145">
                <a:solidFill>
                  <a:srgbClr val="010100"/>
                </a:solidFill>
                <a:latin typeface="Times New Roman"/>
                <a:cs typeface="Times New Roman"/>
              </a:rPr>
              <a:t> </a:t>
            </a:r>
            <a:r>
              <a:rPr dirty="0" sz="2650" spc="75">
                <a:solidFill>
                  <a:srgbClr val="1C1C1A"/>
                </a:solidFill>
                <a:latin typeface="Times New Roman"/>
                <a:cs typeface="Times New Roman"/>
              </a:rPr>
              <a:t>s</a:t>
            </a:r>
            <a:r>
              <a:rPr dirty="0" sz="2650" spc="75">
                <a:solidFill>
                  <a:srgbClr val="010100"/>
                </a:solidFill>
                <a:latin typeface="Times New Roman"/>
                <a:cs typeface="Times New Roman"/>
              </a:rPr>
              <a:t>yn</a:t>
            </a:r>
            <a:r>
              <a:rPr dirty="0" sz="2650" spc="75">
                <a:solidFill>
                  <a:srgbClr val="1C1C1A"/>
                </a:solidFill>
                <a:latin typeface="Times New Roman"/>
                <a:cs typeface="Times New Roman"/>
              </a:rPr>
              <a:t>t</a:t>
            </a:r>
            <a:r>
              <a:rPr dirty="0" sz="2650" spc="75">
                <a:solidFill>
                  <a:srgbClr val="010100"/>
                </a:solidFill>
                <a:latin typeface="Times New Roman"/>
                <a:cs typeface="Times New Roman"/>
              </a:rPr>
              <a:t>ax </a:t>
            </a:r>
            <a:r>
              <a:rPr dirty="0" sz="2650" spc="100">
                <a:solidFill>
                  <a:srgbClr val="010100"/>
                </a:solidFill>
                <a:latin typeface="Times New Roman"/>
                <a:cs typeface="Times New Roman"/>
              </a:rPr>
              <a:t>h</a:t>
            </a:r>
            <a:r>
              <a:rPr dirty="0" sz="2650" spc="100">
                <a:solidFill>
                  <a:srgbClr val="1C1C1A"/>
                </a:solidFill>
                <a:latin typeface="Times New Roman"/>
                <a:cs typeface="Times New Roman"/>
              </a:rPr>
              <a:t>ig</a:t>
            </a:r>
            <a:r>
              <a:rPr dirty="0" sz="2650" spc="100">
                <a:solidFill>
                  <a:srgbClr val="010100"/>
                </a:solidFill>
                <a:latin typeface="Times New Roman"/>
                <a:cs typeface="Times New Roman"/>
              </a:rPr>
              <a:t>hli</a:t>
            </a:r>
            <a:r>
              <a:rPr dirty="0" sz="2650" spc="100">
                <a:solidFill>
                  <a:srgbClr val="1C1C1A"/>
                </a:solidFill>
                <a:latin typeface="Times New Roman"/>
                <a:cs typeface="Times New Roman"/>
              </a:rPr>
              <a:t>g</a:t>
            </a:r>
            <a:r>
              <a:rPr dirty="0" sz="2650" spc="100">
                <a:solidFill>
                  <a:srgbClr val="010100"/>
                </a:solidFill>
                <a:latin typeface="Times New Roman"/>
                <a:cs typeface="Times New Roman"/>
              </a:rPr>
              <a:t>hti</a:t>
            </a:r>
            <a:r>
              <a:rPr dirty="0" sz="2650" spc="100">
                <a:solidFill>
                  <a:srgbClr val="1C1C1A"/>
                </a:solidFill>
                <a:latin typeface="Times New Roman"/>
                <a:cs typeface="Times New Roman"/>
              </a:rPr>
              <a:t>ng</a:t>
            </a:r>
            <a:r>
              <a:rPr dirty="0" sz="2650" spc="-130">
                <a:solidFill>
                  <a:srgbClr val="1C1C1A"/>
                </a:solidFill>
                <a:latin typeface="Times New Roman"/>
                <a:cs typeface="Times New Roman"/>
              </a:rPr>
              <a:t> </a:t>
            </a:r>
            <a:r>
              <a:rPr dirty="0" sz="2650" spc="150">
                <a:solidFill>
                  <a:srgbClr val="1C1C1A"/>
                </a:solidFill>
                <a:latin typeface="Times New Roman"/>
                <a:cs typeface="Times New Roman"/>
              </a:rPr>
              <a:t>a</a:t>
            </a:r>
            <a:r>
              <a:rPr dirty="0" sz="2650" spc="150">
                <a:solidFill>
                  <a:srgbClr val="010100"/>
                </a:solidFill>
                <a:latin typeface="Times New Roman"/>
                <a:cs typeface="Times New Roman"/>
              </a:rPr>
              <a:t>nd</a:t>
            </a:r>
            <a:r>
              <a:rPr dirty="0" sz="2650" spc="55">
                <a:solidFill>
                  <a:srgbClr val="010100"/>
                </a:solidFill>
                <a:latin typeface="Times New Roman"/>
                <a:cs typeface="Times New Roman"/>
              </a:rPr>
              <a:t> </a:t>
            </a:r>
            <a:r>
              <a:rPr dirty="0" sz="2650" spc="-10">
                <a:solidFill>
                  <a:srgbClr val="1C1C1A"/>
                </a:solidFill>
                <a:latin typeface="Times New Roman"/>
                <a:cs typeface="Times New Roman"/>
              </a:rPr>
              <a:t>'L</a:t>
            </a:r>
            <a:r>
              <a:rPr dirty="0" sz="2650" spc="-10">
                <a:solidFill>
                  <a:srgbClr val="010100"/>
                </a:solidFill>
                <a:latin typeface="Times New Roman"/>
                <a:cs typeface="Times New Roman"/>
              </a:rPr>
              <a:t>i</a:t>
            </a:r>
            <a:r>
              <a:rPr dirty="0" sz="2650" spc="-10">
                <a:solidFill>
                  <a:srgbClr val="1C1C1A"/>
                </a:solidFill>
                <a:latin typeface="Times New Roman"/>
                <a:cs typeface="Times New Roman"/>
              </a:rPr>
              <a:t>v</a:t>
            </a:r>
            <a:r>
              <a:rPr dirty="0" sz="2650" spc="-10">
                <a:solidFill>
                  <a:srgbClr val="010100"/>
                </a:solidFill>
                <a:latin typeface="Times New Roman"/>
                <a:cs typeface="Times New Roman"/>
              </a:rPr>
              <a:t>e </a:t>
            </a:r>
            <a:r>
              <a:rPr dirty="0" sz="2650" spc="75">
                <a:solidFill>
                  <a:srgbClr val="010100"/>
                </a:solidFill>
                <a:latin typeface="Times New Roman"/>
                <a:cs typeface="Times New Roman"/>
              </a:rPr>
              <a:t>Pr</a:t>
            </a:r>
            <a:r>
              <a:rPr dirty="0" sz="2650" spc="75">
                <a:solidFill>
                  <a:srgbClr val="1C1C1A"/>
                </a:solidFill>
                <a:latin typeface="Times New Roman"/>
                <a:cs typeface="Times New Roman"/>
              </a:rPr>
              <a:t>evi</a:t>
            </a:r>
            <a:r>
              <a:rPr dirty="0" sz="2650" spc="75">
                <a:solidFill>
                  <a:srgbClr val="010100"/>
                </a:solidFill>
                <a:latin typeface="Times New Roman"/>
                <a:cs typeface="Times New Roman"/>
              </a:rPr>
              <a:t>e</a:t>
            </a:r>
            <a:r>
              <a:rPr dirty="0" sz="2650" spc="75">
                <a:solidFill>
                  <a:srgbClr val="1C1C1A"/>
                </a:solidFill>
                <a:latin typeface="Times New Roman"/>
                <a:cs typeface="Times New Roman"/>
              </a:rPr>
              <a:t>w</a:t>
            </a:r>
            <a:r>
              <a:rPr dirty="0" sz="2650" spc="75">
                <a:solidFill>
                  <a:srgbClr val="010100"/>
                </a:solidFill>
                <a:latin typeface="Times New Roman"/>
                <a:cs typeface="Times New Roman"/>
              </a:rPr>
              <a:t>'</a:t>
            </a:r>
            <a:r>
              <a:rPr dirty="0" sz="2650" spc="-120">
                <a:solidFill>
                  <a:srgbClr val="010100"/>
                </a:solidFill>
                <a:latin typeface="Times New Roman"/>
                <a:cs typeface="Times New Roman"/>
              </a:rPr>
              <a:t> </a:t>
            </a:r>
            <a:r>
              <a:rPr dirty="0" sz="2650" spc="80">
                <a:solidFill>
                  <a:srgbClr val="010100"/>
                </a:solidFill>
                <a:latin typeface="Times New Roman"/>
                <a:cs typeface="Times New Roman"/>
              </a:rPr>
              <a:t>f</a:t>
            </a:r>
            <a:r>
              <a:rPr dirty="0" sz="2650" spc="80">
                <a:solidFill>
                  <a:srgbClr val="1C1C1A"/>
                </a:solidFill>
                <a:latin typeface="Times New Roman"/>
                <a:cs typeface="Times New Roman"/>
              </a:rPr>
              <a:t>o</a:t>
            </a:r>
            <a:r>
              <a:rPr dirty="0" sz="2650" spc="80">
                <a:solidFill>
                  <a:srgbClr val="010100"/>
                </a:solidFill>
                <a:latin typeface="Times New Roman"/>
                <a:cs typeface="Times New Roman"/>
              </a:rPr>
              <a:t>r </a:t>
            </a:r>
            <a:r>
              <a:rPr dirty="0" sz="2650" spc="125">
                <a:solidFill>
                  <a:srgbClr val="010100"/>
                </a:solidFill>
                <a:latin typeface="Times New Roman"/>
                <a:cs typeface="Times New Roman"/>
              </a:rPr>
              <a:t>re</a:t>
            </a:r>
            <a:r>
              <a:rPr dirty="0" sz="2650" spc="125">
                <a:solidFill>
                  <a:srgbClr val="1C1C1A"/>
                </a:solidFill>
                <a:latin typeface="Times New Roman"/>
                <a:cs typeface="Times New Roman"/>
              </a:rPr>
              <a:t>a</a:t>
            </a:r>
            <a:r>
              <a:rPr dirty="0" sz="2650" spc="125">
                <a:solidFill>
                  <a:srgbClr val="010100"/>
                </a:solidFill>
                <a:latin typeface="Times New Roman"/>
                <a:cs typeface="Times New Roman"/>
              </a:rPr>
              <a:t>l</a:t>
            </a:r>
            <a:r>
              <a:rPr dirty="0" sz="2650" spc="125">
                <a:solidFill>
                  <a:srgbClr val="1C1C1A"/>
                </a:solidFill>
                <a:latin typeface="Times New Roman"/>
                <a:cs typeface="Times New Roman"/>
              </a:rPr>
              <a:t>-</a:t>
            </a:r>
            <a:r>
              <a:rPr dirty="0" sz="2650" spc="135">
                <a:solidFill>
                  <a:srgbClr val="010100"/>
                </a:solidFill>
                <a:latin typeface="Times New Roman"/>
                <a:cs typeface="Times New Roman"/>
              </a:rPr>
              <a:t>tim</a:t>
            </a:r>
            <a:r>
              <a:rPr dirty="0" sz="2650" spc="135">
                <a:solidFill>
                  <a:srgbClr val="1C1C1A"/>
                </a:solidFill>
                <a:latin typeface="Times New Roman"/>
                <a:cs typeface="Times New Roman"/>
              </a:rPr>
              <a:t>e </a:t>
            </a:r>
            <a:r>
              <a:rPr dirty="0" sz="2650" spc="75">
                <a:solidFill>
                  <a:srgbClr val="1C1C1A"/>
                </a:solidFill>
                <a:latin typeface="Times New Roman"/>
                <a:cs typeface="Times New Roman"/>
              </a:rPr>
              <a:t>fee</a:t>
            </a:r>
            <a:r>
              <a:rPr dirty="0" sz="2650" spc="75">
                <a:solidFill>
                  <a:srgbClr val="010100"/>
                </a:solidFill>
                <a:latin typeface="Times New Roman"/>
                <a:cs typeface="Times New Roman"/>
              </a:rPr>
              <a:t>dba</a:t>
            </a:r>
            <a:r>
              <a:rPr dirty="0" sz="2650" spc="75">
                <a:solidFill>
                  <a:srgbClr val="1C1C1A"/>
                </a:solidFill>
                <a:latin typeface="Times New Roman"/>
                <a:cs typeface="Times New Roman"/>
              </a:rPr>
              <a:t>c</a:t>
            </a:r>
            <a:r>
              <a:rPr dirty="0" sz="2650" spc="75">
                <a:solidFill>
                  <a:srgbClr val="010100"/>
                </a:solidFill>
                <a:latin typeface="Times New Roman"/>
                <a:cs typeface="Times New Roman"/>
              </a:rPr>
              <a:t>k</a:t>
            </a:r>
            <a:r>
              <a:rPr dirty="0" sz="2650" spc="75">
                <a:solidFill>
                  <a:srgbClr val="1C1C1A"/>
                </a:solidFill>
                <a:latin typeface="Times New Roman"/>
                <a:cs typeface="Times New Roman"/>
              </a:rPr>
              <a:t>.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88" name="object 188"/>
          <p:cNvSpPr txBox="1"/>
          <p:nvPr/>
        </p:nvSpPr>
        <p:spPr>
          <a:xfrm>
            <a:off x="12939979" y="6236592"/>
            <a:ext cx="3891279" cy="158051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291465" marR="5080" indent="-279400">
              <a:lnSpc>
                <a:spcPct val="92300"/>
              </a:lnSpc>
              <a:spcBef>
                <a:spcPts val="375"/>
              </a:spcBef>
            </a:pPr>
            <a:r>
              <a:rPr dirty="0" sz="2650" spc="-65">
                <a:solidFill>
                  <a:srgbClr val="1C1C1A"/>
                </a:solidFill>
                <a:latin typeface="Times New Roman"/>
                <a:cs typeface="Times New Roman"/>
              </a:rPr>
              <a:t>3</a:t>
            </a:r>
            <a:r>
              <a:rPr dirty="0" sz="2650" spc="-65">
                <a:solidFill>
                  <a:srgbClr val="010100"/>
                </a:solidFill>
                <a:latin typeface="Times New Roman"/>
                <a:cs typeface="Times New Roman"/>
              </a:rPr>
              <a:t>.</a:t>
            </a:r>
            <a:r>
              <a:rPr dirty="0" sz="2850" spc="-65" b="1">
                <a:solidFill>
                  <a:srgbClr val="010100"/>
                </a:solidFill>
                <a:latin typeface="Times New Roman"/>
                <a:cs typeface="Times New Roman"/>
              </a:rPr>
              <a:t>Analogy:</a:t>
            </a:r>
            <a:r>
              <a:rPr dirty="0" sz="2850" spc="-155" b="1">
                <a:solidFill>
                  <a:srgbClr val="010100"/>
                </a:solidFill>
                <a:latin typeface="Times New Roman"/>
                <a:cs typeface="Times New Roman"/>
              </a:rPr>
              <a:t> </a:t>
            </a:r>
            <a:r>
              <a:rPr dirty="0" sz="2650">
                <a:solidFill>
                  <a:srgbClr val="010100"/>
                </a:solidFill>
                <a:latin typeface="Times New Roman"/>
                <a:cs typeface="Times New Roman"/>
              </a:rPr>
              <a:t>If</a:t>
            </a:r>
            <a:r>
              <a:rPr dirty="0" sz="2650" spc="15">
                <a:solidFill>
                  <a:srgbClr val="010100"/>
                </a:solidFill>
                <a:latin typeface="Times New Roman"/>
                <a:cs typeface="Times New Roman"/>
              </a:rPr>
              <a:t> </a:t>
            </a:r>
            <a:r>
              <a:rPr dirty="0" sz="2650" spc="85">
                <a:solidFill>
                  <a:srgbClr val="010100"/>
                </a:solidFill>
                <a:latin typeface="Times New Roman"/>
                <a:cs typeface="Times New Roman"/>
              </a:rPr>
              <a:t>Pyth</a:t>
            </a:r>
            <a:r>
              <a:rPr dirty="0" sz="2650" spc="85">
                <a:solidFill>
                  <a:srgbClr val="1C1C1A"/>
                </a:solidFill>
                <a:latin typeface="Times New Roman"/>
                <a:cs typeface="Times New Roman"/>
              </a:rPr>
              <a:t>o</a:t>
            </a:r>
            <a:r>
              <a:rPr dirty="0" sz="2650" spc="85">
                <a:solidFill>
                  <a:srgbClr val="010100"/>
                </a:solidFill>
                <a:latin typeface="Times New Roman"/>
                <a:cs typeface="Times New Roman"/>
              </a:rPr>
              <a:t>n</a:t>
            </a:r>
            <a:r>
              <a:rPr dirty="0" sz="2650" spc="75">
                <a:solidFill>
                  <a:srgbClr val="010100"/>
                </a:solidFill>
                <a:latin typeface="Times New Roman"/>
                <a:cs typeface="Times New Roman"/>
              </a:rPr>
              <a:t> </a:t>
            </a:r>
            <a:r>
              <a:rPr dirty="0" sz="2650" spc="50">
                <a:solidFill>
                  <a:srgbClr val="1C1C1A"/>
                </a:solidFill>
                <a:latin typeface="Times New Roman"/>
                <a:cs typeface="Times New Roman"/>
              </a:rPr>
              <a:t>is</a:t>
            </a:r>
            <a:r>
              <a:rPr dirty="0" sz="2650" spc="-85">
                <a:solidFill>
                  <a:srgbClr val="1C1C1A"/>
                </a:solidFill>
                <a:latin typeface="Times New Roman"/>
                <a:cs typeface="Times New Roman"/>
              </a:rPr>
              <a:t> </a:t>
            </a:r>
            <a:r>
              <a:rPr dirty="0" sz="2650" spc="114">
                <a:solidFill>
                  <a:srgbClr val="010100"/>
                </a:solidFill>
                <a:latin typeface="Times New Roman"/>
                <a:cs typeface="Times New Roman"/>
              </a:rPr>
              <a:t>th</a:t>
            </a:r>
            <a:r>
              <a:rPr dirty="0" sz="2650" spc="114">
                <a:solidFill>
                  <a:srgbClr val="1C1C1A"/>
                </a:solidFill>
                <a:latin typeface="Times New Roman"/>
                <a:cs typeface="Times New Roman"/>
              </a:rPr>
              <a:t>e </a:t>
            </a:r>
            <a:r>
              <a:rPr dirty="0" sz="2650" spc="130">
                <a:solidFill>
                  <a:srgbClr val="1C1C1A"/>
                </a:solidFill>
                <a:latin typeface="Times New Roman"/>
                <a:cs typeface="Times New Roman"/>
              </a:rPr>
              <a:t>e</a:t>
            </a:r>
            <a:r>
              <a:rPr dirty="0" sz="2650" spc="130">
                <a:solidFill>
                  <a:srgbClr val="010100"/>
                </a:solidFill>
                <a:latin typeface="Times New Roman"/>
                <a:cs typeface="Times New Roman"/>
              </a:rPr>
              <a:t>n</a:t>
            </a:r>
            <a:r>
              <a:rPr dirty="0" sz="2650" spc="130">
                <a:solidFill>
                  <a:srgbClr val="1C1C1A"/>
                </a:solidFill>
                <a:latin typeface="Times New Roman"/>
                <a:cs typeface="Times New Roman"/>
              </a:rPr>
              <a:t>g</a:t>
            </a:r>
            <a:r>
              <a:rPr dirty="0" sz="2650" spc="130">
                <a:solidFill>
                  <a:srgbClr val="010100"/>
                </a:solidFill>
                <a:latin typeface="Times New Roman"/>
                <a:cs typeface="Times New Roman"/>
              </a:rPr>
              <a:t>ine</a:t>
            </a:r>
            <a:r>
              <a:rPr dirty="0" sz="2650" spc="130">
                <a:solidFill>
                  <a:srgbClr val="1C1C1A"/>
                </a:solidFill>
                <a:latin typeface="Times New Roman"/>
                <a:cs typeface="Times New Roman"/>
              </a:rPr>
              <a:t>,</a:t>
            </a:r>
            <a:r>
              <a:rPr dirty="0" sz="2650" spc="-235">
                <a:solidFill>
                  <a:srgbClr val="1C1C1A"/>
                </a:solidFill>
                <a:latin typeface="Times New Roman"/>
                <a:cs typeface="Times New Roman"/>
              </a:rPr>
              <a:t> </a:t>
            </a:r>
            <a:r>
              <a:rPr dirty="0" sz="2650" spc="140">
                <a:solidFill>
                  <a:srgbClr val="010100"/>
                </a:solidFill>
                <a:latin typeface="Times New Roman"/>
                <a:cs typeface="Times New Roman"/>
              </a:rPr>
              <a:t>th</a:t>
            </a:r>
            <a:r>
              <a:rPr dirty="0" sz="2650" spc="140">
                <a:solidFill>
                  <a:srgbClr val="1C1C1A"/>
                </a:solidFill>
                <a:latin typeface="Times New Roman"/>
                <a:cs typeface="Times New Roman"/>
              </a:rPr>
              <a:t>e</a:t>
            </a:r>
            <a:r>
              <a:rPr dirty="0" sz="2650" spc="35">
                <a:solidFill>
                  <a:srgbClr val="1C1C1A"/>
                </a:solidFill>
                <a:latin typeface="Times New Roman"/>
                <a:cs typeface="Times New Roman"/>
              </a:rPr>
              <a:t> </a:t>
            </a:r>
            <a:r>
              <a:rPr dirty="0" sz="2650" spc="50">
                <a:solidFill>
                  <a:srgbClr val="010100"/>
                </a:solidFill>
                <a:latin typeface="Times New Roman"/>
                <a:cs typeface="Times New Roman"/>
              </a:rPr>
              <a:t>ID</a:t>
            </a:r>
            <a:r>
              <a:rPr dirty="0" sz="2650" spc="50">
                <a:solidFill>
                  <a:srgbClr val="1C1C1A"/>
                </a:solidFill>
                <a:latin typeface="Times New Roman"/>
                <a:cs typeface="Times New Roman"/>
              </a:rPr>
              <a:t>E</a:t>
            </a:r>
            <a:r>
              <a:rPr dirty="0" sz="2650" spc="50">
                <a:solidFill>
                  <a:srgbClr val="010100"/>
                </a:solidFill>
                <a:latin typeface="Times New Roman"/>
                <a:cs typeface="Times New Roman"/>
              </a:rPr>
              <a:t>i</a:t>
            </a:r>
            <a:r>
              <a:rPr dirty="0" sz="2650" spc="50">
                <a:solidFill>
                  <a:srgbClr val="1C1C1A"/>
                </a:solidFill>
                <a:latin typeface="Times New Roman"/>
                <a:cs typeface="Times New Roman"/>
              </a:rPr>
              <a:t>s</a:t>
            </a:r>
            <a:r>
              <a:rPr dirty="0" sz="2650" spc="10">
                <a:solidFill>
                  <a:srgbClr val="1C1C1A"/>
                </a:solidFill>
                <a:latin typeface="Times New Roman"/>
                <a:cs typeface="Times New Roman"/>
              </a:rPr>
              <a:t> </a:t>
            </a:r>
            <a:r>
              <a:rPr dirty="0" sz="2650" spc="80">
                <a:solidFill>
                  <a:srgbClr val="010100"/>
                </a:solidFill>
                <a:latin typeface="Times New Roman"/>
                <a:cs typeface="Times New Roman"/>
              </a:rPr>
              <a:t>th</a:t>
            </a:r>
            <a:r>
              <a:rPr dirty="0" sz="2650" spc="80">
                <a:solidFill>
                  <a:srgbClr val="1C1C1A"/>
                </a:solidFill>
                <a:latin typeface="Times New Roman"/>
                <a:cs typeface="Times New Roman"/>
              </a:rPr>
              <a:t>e </a:t>
            </a:r>
            <a:r>
              <a:rPr dirty="0" sz="2650" spc="114">
                <a:solidFill>
                  <a:srgbClr val="010100"/>
                </a:solidFill>
                <a:latin typeface="Times New Roman"/>
                <a:cs typeface="Times New Roman"/>
              </a:rPr>
              <a:t>d</a:t>
            </a:r>
            <a:r>
              <a:rPr dirty="0" sz="2650" spc="114">
                <a:solidFill>
                  <a:srgbClr val="1C1C1A"/>
                </a:solidFill>
                <a:latin typeface="Times New Roman"/>
                <a:cs typeface="Times New Roman"/>
              </a:rPr>
              <a:t>as</a:t>
            </a:r>
            <a:r>
              <a:rPr dirty="0" sz="2650" spc="114">
                <a:solidFill>
                  <a:srgbClr val="010100"/>
                </a:solidFill>
                <a:latin typeface="Times New Roman"/>
                <a:cs typeface="Times New Roman"/>
              </a:rPr>
              <a:t>hb</a:t>
            </a:r>
            <a:r>
              <a:rPr dirty="0" sz="2650" spc="114">
                <a:solidFill>
                  <a:srgbClr val="1C1C1A"/>
                </a:solidFill>
                <a:latin typeface="Times New Roman"/>
                <a:cs typeface="Times New Roman"/>
              </a:rPr>
              <a:t>oar</a:t>
            </a:r>
            <a:r>
              <a:rPr dirty="0" sz="2650" spc="114">
                <a:solidFill>
                  <a:srgbClr val="010100"/>
                </a:solidFill>
                <a:latin typeface="Times New Roman"/>
                <a:cs typeface="Times New Roman"/>
              </a:rPr>
              <a:t>d</a:t>
            </a:r>
            <a:r>
              <a:rPr dirty="0" sz="2650" spc="-40">
                <a:solidFill>
                  <a:srgbClr val="010100"/>
                </a:solidFill>
                <a:latin typeface="Times New Roman"/>
                <a:cs typeface="Times New Roman"/>
              </a:rPr>
              <a:t> </a:t>
            </a:r>
            <a:r>
              <a:rPr dirty="0" sz="2650" spc="114">
                <a:solidFill>
                  <a:srgbClr val="1C1C1A"/>
                </a:solidFill>
                <a:latin typeface="Times New Roman"/>
                <a:cs typeface="Times New Roman"/>
              </a:rPr>
              <a:t>a</a:t>
            </a:r>
            <a:r>
              <a:rPr dirty="0" sz="2650" spc="114">
                <a:solidFill>
                  <a:srgbClr val="010100"/>
                </a:solidFill>
                <a:latin typeface="Times New Roman"/>
                <a:cs typeface="Times New Roman"/>
              </a:rPr>
              <a:t>nd</a:t>
            </a:r>
            <a:r>
              <a:rPr dirty="0" sz="2650" spc="-70">
                <a:solidFill>
                  <a:srgbClr val="010100"/>
                </a:solidFill>
                <a:latin typeface="Times New Roman"/>
                <a:cs typeface="Times New Roman"/>
              </a:rPr>
              <a:t> </a:t>
            </a:r>
            <a:r>
              <a:rPr dirty="0" sz="2650" spc="110">
                <a:solidFill>
                  <a:srgbClr val="1C1C1A"/>
                </a:solidFill>
                <a:latin typeface="Times New Roman"/>
                <a:cs typeface="Times New Roman"/>
              </a:rPr>
              <a:t>s</a:t>
            </a:r>
            <a:r>
              <a:rPr dirty="0" sz="2650" spc="110">
                <a:solidFill>
                  <a:srgbClr val="010100"/>
                </a:solidFill>
                <a:latin typeface="Times New Roman"/>
                <a:cs typeface="Times New Roman"/>
              </a:rPr>
              <a:t>t</a:t>
            </a:r>
            <a:r>
              <a:rPr dirty="0" sz="2650" spc="110">
                <a:solidFill>
                  <a:srgbClr val="1C1C1A"/>
                </a:solidFill>
                <a:latin typeface="Times New Roman"/>
                <a:cs typeface="Times New Roman"/>
              </a:rPr>
              <a:t>ee</a:t>
            </a:r>
            <a:r>
              <a:rPr dirty="0" sz="2650" spc="110">
                <a:solidFill>
                  <a:srgbClr val="010100"/>
                </a:solidFill>
                <a:latin typeface="Times New Roman"/>
                <a:cs typeface="Times New Roman"/>
              </a:rPr>
              <a:t>rin</a:t>
            </a:r>
            <a:r>
              <a:rPr dirty="0" sz="2650" spc="110">
                <a:solidFill>
                  <a:srgbClr val="1C1C1A"/>
                </a:solidFill>
                <a:latin typeface="Times New Roman"/>
                <a:cs typeface="Times New Roman"/>
              </a:rPr>
              <a:t>g </a:t>
            </a:r>
            <a:r>
              <a:rPr dirty="0" sz="2650" spc="80">
                <a:solidFill>
                  <a:srgbClr val="010100"/>
                </a:solidFill>
                <a:latin typeface="Times New Roman"/>
                <a:cs typeface="Times New Roman"/>
              </a:rPr>
              <a:t>wh</a:t>
            </a:r>
            <a:r>
              <a:rPr dirty="0" sz="2650" spc="80">
                <a:solidFill>
                  <a:srgbClr val="2B2F31"/>
                </a:solidFill>
                <a:latin typeface="Times New Roman"/>
                <a:cs typeface="Times New Roman"/>
              </a:rPr>
              <a:t>ee</a:t>
            </a:r>
            <a:r>
              <a:rPr dirty="0" sz="2650" spc="80">
                <a:solidFill>
                  <a:srgbClr val="010100"/>
                </a:solidFill>
                <a:latin typeface="Times New Roman"/>
                <a:cs typeface="Times New Roman"/>
              </a:rPr>
              <a:t>l.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89" name="object 189"/>
          <p:cNvSpPr txBox="1"/>
          <p:nvPr/>
        </p:nvSpPr>
        <p:spPr>
          <a:xfrm>
            <a:off x="391926" y="8630245"/>
            <a:ext cx="380365" cy="11283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200" spc="-1725">
                <a:solidFill>
                  <a:srgbClr val="5B7C95"/>
                </a:solidFill>
                <a:latin typeface="Arial"/>
                <a:cs typeface="Arial"/>
              </a:rPr>
              <a:t>*</a:t>
            </a:r>
            <a:endParaRPr sz="7200">
              <a:latin typeface="Arial"/>
              <a:cs typeface="Arial"/>
            </a:endParaRPr>
          </a:p>
        </p:txBody>
      </p:sp>
      <p:sp>
        <p:nvSpPr>
          <p:cNvPr id="190" name="object 190"/>
          <p:cNvSpPr txBox="1"/>
          <p:nvPr/>
        </p:nvSpPr>
        <p:spPr>
          <a:xfrm>
            <a:off x="313492" y="9147274"/>
            <a:ext cx="1225550" cy="3244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50" spc="375">
                <a:solidFill>
                  <a:srgbClr val="5B7C95"/>
                </a:solidFill>
                <a:latin typeface="Times New Roman"/>
                <a:cs typeface="Times New Roman"/>
              </a:rPr>
              <a:t>L�L_..: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91" name="object 191"/>
          <p:cNvSpPr/>
          <p:nvPr/>
        </p:nvSpPr>
        <p:spPr>
          <a:xfrm>
            <a:off x="1525770" y="9457594"/>
            <a:ext cx="367030" cy="0"/>
          </a:xfrm>
          <a:custGeom>
            <a:avLst/>
            <a:gdLst/>
            <a:ahLst/>
            <a:cxnLst/>
            <a:rect l="l" t="t" r="r" b="b"/>
            <a:pathLst>
              <a:path w="367030" h="0">
                <a:moveTo>
                  <a:pt x="0" y="0"/>
                </a:moveTo>
                <a:lnTo>
                  <a:pt x="366806" y="0"/>
                </a:lnTo>
              </a:path>
            </a:pathLst>
          </a:custGeom>
          <a:ln w="9934">
            <a:solidFill>
              <a:srgbClr val="5A7B9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2" name="object 192"/>
          <p:cNvSpPr/>
          <p:nvPr/>
        </p:nvSpPr>
        <p:spPr>
          <a:xfrm>
            <a:off x="3123216" y="9457594"/>
            <a:ext cx="365125" cy="0"/>
          </a:xfrm>
          <a:custGeom>
            <a:avLst/>
            <a:gdLst/>
            <a:ahLst/>
            <a:cxnLst/>
            <a:rect l="l" t="t" r="r" b="b"/>
            <a:pathLst>
              <a:path w="365125" h="0">
                <a:moveTo>
                  <a:pt x="0" y="0"/>
                </a:moveTo>
                <a:lnTo>
                  <a:pt x="365103" y="0"/>
                </a:lnTo>
              </a:path>
            </a:pathLst>
          </a:custGeom>
          <a:ln w="9934">
            <a:solidFill>
              <a:srgbClr val="5A7B9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3" name="object 193"/>
          <p:cNvSpPr txBox="1"/>
          <p:nvPr/>
        </p:nvSpPr>
        <p:spPr>
          <a:xfrm>
            <a:off x="1880662" y="9147274"/>
            <a:ext cx="1255395" cy="3244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50" spc="300">
                <a:solidFill>
                  <a:srgbClr val="5B7C95"/>
                </a:solidFill>
                <a:latin typeface="Times New Roman"/>
                <a:cs typeface="Times New Roman"/>
              </a:rPr>
              <a:t>.:._�.;_;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94" name="object 194"/>
          <p:cNvSpPr txBox="1"/>
          <p:nvPr/>
        </p:nvSpPr>
        <p:spPr>
          <a:xfrm>
            <a:off x="3475620" y="9147274"/>
            <a:ext cx="685165" cy="3244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50" spc="315">
                <a:solidFill>
                  <a:srgbClr val="5B7C95"/>
                </a:solidFill>
                <a:latin typeface="Times New Roman"/>
                <a:cs typeface="Times New Roman"/>
              </a:rPr>
              <a:t>;</a:t>
            </a:r>
            <a:r>
              <a:rPr dirty="0" sz="1950" spc="345">
                <a:solidFill>
                  <a:srgbClr val="5B7C95"/>
                </a:solidFill>
                <a:latin typeface="Times New Roman"/>
                <a:cs typeface="Times New Roman"/>
              </a:rPr>
              <a:t>_</a:t>
            </a:r>
            <a:r>
              <a:rPr dirty="0" sz="1950" spc="-200">
                <a:solidFill>
                  <a:srgbClr val="799099"/>
                </a:solidFill>
                <a:latin typeface="Times New Roman"/>
                <a:cs typeface="Times New Roman"/>
              </a:rPr>
              <a:t>�</a:t>
            </a:r>
            <a:r>
              <a:rPr dirty="0" sz="1950" spc="315">
                <a:solidFill>
                  <a:srgbClr val="5B7C95"/>
                </a:solidFill>
                <a:latin typeface="Times New Roman"/>
                <a:cs typeface="Times New Roman"/>
              </a:rPr>
              <a:t>_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95" name="object 195"/>
          <p:cNvSpPr txBox="1"/>
          <p:nvPr/>
        </p:nvSpPr>
        <p:spPr>
          <a:xfrm>
            <a:off x="4650999" y="9147274"/>
            <a:ext cx="309880" cy="3244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50" spc="330">
                <a:solidFill>
                  <a:srgbClr val="5B7C95"/>
                </a:solidFill>
                <a:latin typeface="Times New Roman"/>
                <a:cs typeface="Times New Roman"/>
              </a:rPr>
              <a:t>_: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96" name="object 196"/>
          <p:cNvSpPr/>
          <p:nvPr/>
        </p:nvSpPr>
        <p:spPr>
          <a:xfrm>
            <a:off x="4947688" y="9457594"/>
            <a:ext cx="476250" cy="0"/>
          </a:xfrm>
          <a:custGeom>
            <a:avLst/>
            <a:gdLst/>
            <a:ahLst/>
            <a:cxnLst/>
            <a:rect l="l" t="t" r="r" b="b"/>
            <a:pathLst>
              <a:path w="476250" h="0">
                <a:moveTo>
                  <a:pt x="0" y="0"/>
                </a:moveTo>
                <a:lnTo>
                  <a:pt x="475958" y="0"/>
                </a:lnTo>
              </a:path>
            </a:pathLst>
          </a:custGeom>
          <a:ln w="9934">
            <a:solidFill>
              <a:srgbClr val="5A7B9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7" name="object 197"/>
          <p:cNvSpPr/>
          <p:nvPr/>
        </p:nvSpPr>
        <p:spPr>
          <a:xfrm>
            <a:off x="5847365" y="9436374"/>
            <a:ext cx="160020" cy="0"/>
          </a:xfrm>
          <a:custGeom>
            <a:avLst/>
            <a:gdLst/>
            <a:ahLst/>
            <a:cxnLst/>
            <a:rect l="l" t="t" r="r" b="b"/>
            <a:pathLst>
              <a:path w="160020" h="0">
                <a:moveTo>
                  <a:pt x="0" y="0"/>
                </a:moveTo>
                <a:lnTo>
                  <a:pt x="159720" y="0"/>
                </a:lnTo>
              </a:path>
            </a:pathLst>
          </a:custGeom>
          <a:ln w="5604">
            <a:solidFill>
              <a:srgbClr val="5A7B9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8" name="object 198"/>
          <p:cNvSpPr txBox="1"/>
          <p:nvPr/>
        </p:nvSpPr>
        <p:spPr>
          <a:xfrm>
            <a:off x="5994386" y="9255786"/>
            <a:ext cx="1308100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10">
                <a:solidFill>
                  <a:srgbClr val="5B7C95"/>
                </a:solidFill>
                <a:latin typeface="Times New Roman"/>
                <a:cs typeface="Times New Roman"/>
              </a:rPr>
              <a:t>:_.:....:....;...!....;._;_;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99" name="object 199"/>
          <p:cNvSpPr/>
          <p:nvPr/>
        </p:nvSpPr>
        <p:spPr>
          <a:xfrm>
            <a:off x="7289300" y="9436374"/>
            <a:ext cx="377190" cy="0"/>
          </a:xfrm>
          <a:custGeom>
            <a:avLst/>
            <a:gdLst/>
            <a:ahLst/>
            <a:cxnLst/>
            <a:rect l="l" t="t" r="r" b="b"/>
            <a:pathLst>
              <a:path w="377190" h="0">
                <a:moveTo>
                  <a:pt x="0" y="0"/>
                </a:moveTo>
                <a:lnTo>
                  <a:pt x="377025" y="0"/>
                </a:lnTo>
              </a:path>
            </a:pathLst>
          </a:custGeom>
          <a:ln w="5604">
            <a:solidFill>
              <a:srgbClr val="5A7B9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0" name="object 200"/>
          <p:cNvSpPr txBox="1"/>
          <p:nvPr/>
        </p:nvSpPr>
        <p:spPr>
          <a:xfrm>
            <a:off x="8585700" y="9230254"/>
            <a:ext cx="319405" cy="224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00" spc="-55">
                <a:solidFill>
                  <a:srgbClr val="799099"/>
                </a:solidFill>
                <a:latin typeface="Times New Roman"/>
                <a:cs typeface="Times New Roman"/>
              </a:rPr>
              <a:t>...!:...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201" name="object 201"/>
          <p:cNvGrpSpPr/>
          <p:nvPr/>
        </p:nvGrpSpPr>
        <p:grpSpPr>
          <a:xfrm>
            <a:off x="8891991" y="9438055"/>
            <a:ext cx="459740" cy="6985"/>
            <a:chOff x="8891991" y="9438055"/>
            <a:chExt cx="459740" cy="6985"/>
          </a:xfrm>
        </p:grpSpPr>
        <p:sp>
          <p:nvSpPr>
            <p:cNvPr id="202" name="object 202"/>
            <p:cNvSpPr/>
            <p:nvPr/>
          </p:nvSpPr>
          <p:spPr>
            <a:xfrm>
              <a:off x="8891991" y="9441367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40" h="0">
                  <a:moveTo>
                    <a:pt x="0" y="0"/>
                  </a:moveTo>
                  <a:lnTo>
                    <a:pt x="281812" y="0"/>
                  </a:lnTo>
                </a:path>
              </a:pathLst>
            </a:custGeom>
            <a:ln w="6623">
              <a:solidFill>
                <a:srgbClr val="788F9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/>
            <p:cNvSpPr/>
            <p:nvPr/>
          </p:nvSpPr>
          <p:spPr>
            <a:xfrm>
              <a:off x="9212446" y="9441367"/>
              <a:ext cx="139700" cy="0"/>
            </a:xfrm>
            <a:custGeom>
              <a:avLst/>
              <a:gdLst/>
              <a:ahLst/>
              <a:cxnLst/>
              <a:rect l="l" t="t" r="r" b="b"/>
              <a:pathLst>
                <a:path w="139700" h="0">
                  <a:moveTo>
                    <a:pt x="0" y="0"/>
                  </a:moveTo>
                  <a:lnTo>
                    <a:pt x="139087" y="0"/>
                  </a:lnTo>
                </a:path>
              </a:pathLst>
            </a:custGeom>
            <a:ln w="6623">
              <a:solidFill>
                <a:srgbClr val="5A7B9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4" name="object 204"/>
          <p:cNvSpPr txBox="1"/>
          <p:nvPr/>
        </p:nvSpPr>
        <p:spPr>
          <a:xfrm>
            <a:off x="9161103" y="9230254"/>
            <a:ext cx="1177925" cy="224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89865" algn="l"/>
              </a:tabLst>
            </a:pPr>
            <a:r>
              <a:rPr dirty="0" sz="1300" spc="-50">
                <a:solidFill>
                  <a:srgbClr val="5B7C95"/>
                </a:solidFill>
                <a:latin typeface="Times New Roman"/>
                <a:cs typeface="Times New Roman"/>
              </a:rPr>
              <a:t>;</a:t>
            </a:r>
            <a:r>
              <a:rPr dirty="0" sz="1300">
                <a:solidFill>
                  <a:srgbClr val="5B7C95"/>
                </a:solidFill>
                <a:latin typeface="Times New Roman"/>
                <a:cs typeface="Times New Roman"/>
              </a:rPr>
              <a:t>	</a:t>
            </a:r>
            <a:r>
              <a:rPr dirty="0" sz="1300" spc="-60">
                <a:solidFill>
                  <a:srgbClr val="5B7C95"/>
                </a:solidFill>
                <a:latin typeface="Times New Roman"/>
                <a:cs typeface="Times New Roman"/>
              </a:rPr>
              <a:t>;_..!....;._.c...:....!.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05" name="object 205"/>
          <p:cNvSpPr/>
          <p:nvPr/>
        </p:nvSpPr>
        <p:spPr>
          <a:xfrm>
            <a:off x="10190859" y="9441367"/>
            <a:ext cx="208915" cy="0"/>
          </a:xfrm>
          <a:custGeom>
            <a:avLst/>
            <a:gdLst/>
            <a:ahLst/>
            <a:cxnLst/>
            <a:rect l="l" t="t" r="r" b="b"/>
            <a:pathLst>
              <a:path w="208915" h="0">
                <a:moveTo>
                  <a:pt x="0" y="0"/>
                </a:moveTo>
                <a:lnTo>
                  <a:pt x="208630" y="0"/>
                </a:lnTo>
              </a:path>
            </a:pathLst>
          </a:custGeom>
          <a:ln w="6623">
            <a:solidFill>
              <a:srgbClr val="5A7B9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6" name="object 206"/>
          <p:cNvSpPr/>
          <p:nvPr/>
        </p:nvSpPr>
        <p:spPr>
          <a:xfrm>
            <a:off x="11375394" y="9441367"/>
            <a:ext cx="569595" cy="0"/>
          </a:xfrm>
          <a:custGeom>
            <a:avLst/>
            <a:gdLst/>
            <a:ahLst/>
            <a:cxnLst/>
            <a:rect l="l" t="t" r="r" b="b"/>
            <a:pathLst>
              <a:path w="569595" h="0">
                <a:moveTo>
                  <a:pt x="0" y="0"/>
                </a:moveTo>
                <a:lnTo>
                  <a:pt x="150677" y="0"/>
                </a:lnTo>
              </a:path>
              <a:path w="569595" h="0">
                <a:moveTo>
                  <a:pt x="192540" y="0"/>
                </a:moveTo>
                <a:lnTo>
                  <a:pt x="569235" y="0"/>
                </a:lnTo>
              </a:path>
            </a:pathLst>
          </a:custGeom>
          <a:ln w="6623">
            <a:solidFill>
              <a:srgbClr val="5A7B9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7" name="object 207"/>
          <p:cNvSpPr/>
          <p:nvPr/>
        </p:nvSpPr>
        <p:spPr>
          <a:xfrm>
            <a:off x="12103694" y="9441367"/>
            <a:ext cx="151130" cy="0"/>
          </a:xfrm>
          <a:custGeom>
            <a:avLst/>
            <a:gdLst/>
            <a:ahLst/>
            <a:cxnLst/>
            <a:rect l="l" t="t" r="r" b="b"/>
            <a:pathLst>
              <a:path w="151129" h="0">
                <a:moveTo>
                  <a:pt x="0" y="0"/>
                </a:moveTo>
                <a:lnTo>
                  <a:pt x="150677" y="0"/>
                </a:lnTo>
              </a:path>
            </a:pathLst>
          </a:custGeom>
          <a:ln w="6623">
            <a:solidFill>
              <a:srgbClr val="5A7B9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08" name="object 208"/>
          <p:cNvGrpSpPr/>
          <p:nvPr/>
        </p:nvGrpSpPr>
        <p:grpSpPr>
          <a:xfrm>
            <a:off x="12760848" y="9156760"/>
            <a:ext cx="3260090" cy="327025"/>
            <a:chOff x="12760848" y="9156760"/>
            <a:chExt cx="3260090" cy="327025"/>
          </a:xfrm>
        </p:grpSpPr>
        <p:sp>
          <p:nvSpPr>
            <p:cNvPr id="209" name="object 209"/>
            <p:cNvSpPr/>
            <p:nvPr/>
          </p:nvSpPr>
          <p:spPr>
            <a:xfrm>
              <a:off x="12760848" y="9441367"/>
              <a:ext cx="151130" cy="0"/>
            </a:xfrm>
            <a:custGeom>
              <a:avLst/>
              <a:gdLst/>
              <a:ahLst/>
              <a:cxnLst/>
              <a:rect l="l" t="t" r="r" b="b"/>
              <a:pathLst>
                <a:path w="151129" h="0">
                  <a:moveTo>
                    <a:pt x="0" y="0"/>
                  </a:moveTo>
                  <a:lnTo>
                    <a:pt x="150677" y="0"/>
                  </a:lnTo>
                </a:path>
              </a:pathLst>
            </a:custGeom>
            <a:ln w="6623">
              <a:solidFill>
                <a:srgbClr val="5A7B9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/>
            <p:cNvSpPr/>
            <p:nvPr/>
          </p:nvSpPr>
          <p:spPr>
            <a:xfrm>
              <a:off x="15427719" y="9156763"/>
              <a:ext cx="354965" cy="327025"/>
            </a:xfrm>
            <a:custGeom>
              <a:avLst/>
              <a:gdLst/>
              <a:ahLst/>
              <a:cxnLst/>
              <a:rect l="l" t="t" r="r" b="b"/>
              <a:pathLst>
                <a:path w="354965" h="327025">
                  <a:moveTo>
                    <a:pt x="49047" y="0"/>
                  </a:moveTo>
                  <a:lnTo>
                    <a:pt x="0" y="0"/>
                  </a:lnTo>
                  <a:lnTo>
                    <a:pt x="0" y="326529"/>
                  </a:lnTo>
                  <a:lnTo>
                    <a:pt x="49047" y="326529"/>
                  </a:lnTo>
                  <a:lnTo>
                    <a:pt x="49047" y="0"/>
                  </a:lnTo>
                  <a:close/>
                </a:path>
                <a:path w="354965" h="327025">
                  <a:moveTo>
                    <a:pt x="354672" y="0"/>
                  </a:moveTo>
                  <a:lnTo>
                    <a:pt x="329196" y="0"/>
                  </a:lnTo>
                  <a:lnTo>
                    <a:pt x="329196" y="326529"/>
                  </a:lnTo>
                  <a:lnTo>
                    <a:pt x="354672" y="326529"/>
                  </a:lnTo>
                  <a:lnTo>
                    <a:pt x="354672" y="0"/>
                  </a:lnTo>
                  <a:close/>
                </a:path>
              </a:pathLst>
            </a:custGeom>
            <a:solidFill>
              <a:srgbClr val="F4F2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/>
            <p:cNvSpPr/>
            <p:nvPr/>
          </p:nvSpPr>
          <p:spPr>
            <a:xfrm>
              <a:off x="14929605" y="9408910"/>
              <a:ext cx="852805" cy="0"/>
            </a:xfrm>
            <a:custGeom>
              <a:avLst/>
              <a:gdLst/>
              <a:ahLst/>
              <a:cxnLst/>
              <a:rect l="l" t="t" r="r" b="b"/>
              <a:pathLst>
                <a:path w="852805" h="0">
                  <a:moveTo>
                    <a:pt x="0" y="0"/>
                  </a:moveTo>
                  <a:lnTo>
                    <a:pt x="852787" y="0"/>
                  </a:lnTo>
                </a:path>
              </a:pathLst>
            </a:custGeom>
            <a:ln w="12766">
              <a:solidFill>
                <a:srgbClr val="A7AE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/>
            <p:cNvSpPr/>
            <p:nvPr/>
          </p:nvSpPr>
          <p:spPr>
            <a:xfrm>
              <a:off x="12954774" y="9441367"/>
              <a:ext cx="2125345" cy="0"/>
            </a:xfrm>
            <a:custGeom>
              <a:avLst/>
              <a:gdLst/>
              <a:ahLst/>
              <a:cxnLst/>
              <a:rect l="l" t="t" r="r" b="b"/>
              <a:pathLst>
                <a:path w="2125344" h="0">
                  <a:moveTo>
                    <a:pt x="0" y="0"/>
                  </a:moveTo>
                  <a:lnTo>
                    <a:pt x="2124865" y="0"/>
                  </a:lnTo>
                </a:path>
              </a:pathLst>
            </a:custGeom>
            <a:ln w="6623">
              <a:solidFill>
                <a:srgbClr val="5A7B9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/>
            <p:cNvSpPr/>
            <p:nvPr/>
          </p:nvSpPr>
          <p:spPr>
            <a:xfrm>
              <a:off x="15275542" y="9456345"/>
              <a:ext cx="152400" cy="0"/>
            </a:xfrm>
            <a:custGeom>
              <a:avLst/>
              <a:gdLst/>
              <a:ahLst/>
              <a:cxnLst/>
              <a:rect l="l" t="t" r="r" b="b"/>
              <a:pathLst>
                <a:path w="152400" h="0">
                  <a:moveTo>
                    <a:pt x="0" y="0"/>
                  </a:moveTo>
                  <a:lnTo>
                    <a:pt x="151808" y="0"/>
                  </a:lnTo>
                </a:path>
              </a:pathLst>
            </a:custGeom>
            <a:ln w="9680">
              <a:solidFill>
                <a:srgbClr val="5A7B9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/>
            <p:cNvSpPr/>
            <p:nvPr/>
          </p:nvSpPr>
          <p:spPr>
            <a:xfrm>
              <a:off x="15801175" y="9291332"/>
              <a:ext cx="219710" cy="153035"/>
            </a:xfrm>
            <a:custGeom>
              <a:avLst/>
              <a:gdLst/>
              <a:ahLst/>
              <a:cxnLst/>
              <a:rect l="l" t="t" r="r" b="b"/>
              <a:pathLst>
                <a:path w="219709" h="153034">
                  <a:moveTo>
                    <a:pt x="25476" y="0"/>
                  </a:moveTo>
                  <a:lnTo>
                    <a:pt x="0" y="0"/>
                  </a:lnTo>
                  <a:lnTo>
                    <a:pt x="0" y="152819"/>
                  </a:lnTo>
                  <a:lnTo>
                    <a:pt x="25476" y="152819"/>
                  </a:lnTo>
                  <a:lnTo>
                    <a:pt x="25476" y="0"/>
                  </a:lnTo>
                  <a:close/>
                </a:path>
                <a:path w="219709" h="153034">
                  <a:moveTo>
                    <a:pt x="219443" y="0"/>
                  </a:moveTo>
                  <a:lnTo>
                    <a:pt x="193967" y="0"/>
                  </a:lnTo>
                  <a:lnTo>
                    <a:pt x="193967" y="152819"/>
                  </a:lnTo>
                  <a:lnTo>
                    <a:pt x="219443" y="152819"/>
                  </a:lnTo>
                  <a:lnTo>
                    <a:pt x="219443" y="0"/>
                  </a:lnTo>
                  <a:close/>
                </a:path>
              </a:pathLst>
            </a:custGeom>
            <a:solidFill>
              <a:srgbClr val="F4F2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/>
            <p:cNvSpPr/>
            <p:nvPr/>
          </p:nvSpPr>
          <p:spPr>
            <a:xfrm>
              <a:off x="15801179" y="9408910"/>
              <a:ext cx="219710" cy="0"/>
            </a:xfrm>
            <a:custGeom>
              <a:avLst/>
              <a:gdLst/>
              <a:ahLst/>
              <a:cxnLst/>
              <a:rect l="l" t="t" r="r" b="b"/>
              <a:pathLst>
                <a:path w="219709" h="0">
                  <a:moveTo>
                    <a:pt x="0" y="0"/>
                  </a:moveTo>
                  <a:lnTo>
                    <a:pt x="219444" y="0"/>
                  </a:lnTo>
                </a:path>
              </a:pathLst>
            </a:custGeom>
            <a:ln w="12766">
              <a:solidFill>
                <a:srgbClr val="BCBDB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6" name="object 216"/>
          <p:cNvSpPr txBox="1"/>
          <p:nvPr/>
        </p:nvSpPr>
        <p:spPr>
          <a:xfrm>
            <a:off x="11931929" y="9230254"/>
            <a:ext cx="1071880" cy="224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21945" algn="l"/>
                <a:tab pos="979169" algn="l"/>
              </a:tabLst>
            </a:pPr>
            <a:r>
              <a:rPr dirty="0" sz="1300" spc="-25">
                <a:solidFill>
                  <a:srgbClr val="5B7C95"/>
                </a:solidFill>
                <a:latin typeface="Times New Roman"/>
                <a:cs typeface="Times New Roman"/>
              </a:rPr>
              <a:t>:_;</a:t>
            </a:r>
            <a:r>
              <a:rPr dirty="0" sz="1300">
                <a:solidFill>
                  <a:srgbClr val="5B7C95"/>
                </a:solidFill>
                <a:latin typeface="Times New Roman"/>
                <a:cs typeface="Times New Roman"/>
              </a:rPr>
              <a:t>	</a:t>
            </a:r>
            <a:r>
              <a:rPr dirty="0" sz="1300" spc="-10">
                <a:solidFill>
                  <a:srgbClr val="5B7C95"/>
                </a:solidFill>
                <a:latin typeface="Times New Roman"/>
                <a:cs typeface="Times New Roman"/>
              </a:rPr>
              <a:t>;._;_.;...:</a:t>
            </a:r>
            <a:r>
              <a:rPr dirty="0" sz="1300">
                <a:solidFill>
                  <a:srgbClr val="5B7C95"/>
                </a:solidFill>
                <a:latin typeface="Times New Roman"/>
                <a:cs typeface="Times New Roman"/>
              </a:rPr>
              <a:t>	</a:t>
            </a:r>
            <a:r>
              <a:rPr dirty="0" sz="1300" spc="-25">
                <a:solidFill>
                  <a:srgbClr val="5B7C95"/>
                </a:solidFill>
                <a:latin typeface="Times New Roman"/>
                <a:cs typeface="Times New Roman"/>
              </a:rPr>
              <a:t>;.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17" name="object 217"/>
          <p:cNvSpPr txBox="1"/>
          <p:nvPr/>
        </p:nvSpPr>
        <p:spPr>
          <a:xfrm>
            <a:off x="11513371" y="9230254"/>
            <a:ext cx="67310" cy="224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00" spc="-50">
                <a:solidFill>
                  <a:srgbClr val="5B7C95"/>
                </a:solidFill>
                <a:latin typeface="Times New Roman"/>
                <a:cs typeface="Times New Roman"/>
              </a:rPr>
              <a:t>;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18" name="object 218"/>
          <p:cNvSpPr txBox="1"/>
          <p:nvPr/>
        </p:nvSpPr>
        <p:spPr>
          <a:xfrm>
            <a:off x="15066940" y="9153657"/>
            <a:ext cx="2335530" cy="3168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360680" algn="l"/>
                <a:tab pos="1104265" algn="l"/>
              </a:tabLst>
            </a:pPr>
            <a:r>
              <a:rPr dirty="0" sz="1900" spc="-20">
                <a:solidFill>
                  <a:srgbClr val="5B7C95"/>
                </a:solidFill>
                <a:latin typeface="Times New Roman"/>
                <a:cs typeface="Times New Roman"/>
              </a:rPr>
              <a:t>;._;</a:t>
            </a:r>
            <a:r>
              <a:rPr dirty="0" sz="1900">
                <a:solidFill>
                  <a:srgbClr val="5B7C95"/>
                </a:solidFill>
                <a:latin typeface="Times New Roman"/>
                <a:cs typeface="Times New Roman"/>
              </a:rPr>
              <a:t>	</a:t>
            </a:r>
            <a:r>
              <a:rPr dirty="0" sz="1900" spc="-260">
                <a:solidFill>
                  <a:srgbClr val="BCBDBA"/>
                </a:solidFill>
                <a:latin typeface="Times New Roman"/>
                <a:cs typeface="Times New Roman"/>
              </a:rPr>
              <a:t>l</a:t>
            </a:r>
            <a:r>
              <a:rPr dirty="0" sz="1900" spc="-380">
                <a:solidFill>
                  <a:srgbClr val="A7AEAF"/>
                </a:solidFill>
                <a:latin typeface="Times New Roman"/>
                <a:cs typeface="Times New Roman"/>
              </a:rPr>
              <a:t>,</a:t>
            </a:r>
            <a:r>
              <a:rPr dirty="0" sz="1900" spc="-35">
                <a:solidFill>
                  <a:srgbClr val="979CA0"/>
                </a:solidFill>
                <a:latin typeface="Times New Roman"/>
                <a:cs typeface="Times New Roman"/>
              </a:rPr>
              <a:t>j</a:t>
            </a:r>
            <a:r>
              <a:rPr dirty="0" sz="1900" spc="-425">
                <a:solidFill>
                  <a:srgbClr val="979CA0"/>
                </a:solidFill>
                <a:latin typeface="Times New Roman"/>
                <a:cs typeface="Times New Roman"/>
              </a:rPr>
              <a:t>;</a:t>
            </a:r>
            <a:r>
              <a:rPr dirty="0" sz="1900" spc="-350">
                <a:solidFill>
                  <a:srgbClr val="799099"/>
                </a:solidFill>
                <a:latin typeface="Times New Roman"/>
                <a:cs typeface="Times New Roman"/>
              </a:rPr>
              <a:t>:</a:t>
            </a:r>
            <a:r>
              <a:rPr dirty="0" sz="1900" spc="-25">
                <a:solidFill>
                  <a:srgbClr val="979CA0"/>
                </a:solidFill>
                <a:latin typeface="Times New Roman"/>
                <a:cs typeface="Times New Roman"/>
              </a:rPr>
              <a:t>;</a:t>
            </a:r>
            <a:r>
              <a:rPr dirty="0" sz="1900" spc="-630">
                <a:solidFill>
                  <a:srgbClr val="979CA0"/>
                </a:solidFill>
                <a:latin typeface="Times New Roman"/>
                <a:cs typeface="Times New Roman"/>
              </a:rPr>
              <a:t>•</a:t>
            </a:r>
            <a:r>
              <a:rPr dirty="0" sz="1900" spc="-30">
                <a:solidFill>
                  <a:srgbClr val="799099"/>
                </a:solidFill>
                <a:latin typeface="Times New Roman"/>
                <a:cs typeface="Times New Roman"/>
              </a:rPr>
              <a:t>;</a:t>
            </a:r>
            <a:r>
              <a:rPr dirty="0" sz="1900" spc="-15">
                <a:solidFill>
                  <a:srgbClr val="799099"/>
                </a:solidFill>
                <a:latin typeface="Times New Roman"/>
                <a:cs typeface="Times New Roman"/>
              </a:rPr>
              <a:t>:</a:t>
            </a:r>
            <a:r>
              <a:rPr dirty="0" sz="1900" spc="-204">
                <a:solidFill>
                  <a:srgbClr val="A7AEAF"/>
                </a:solidFill>
                <a:latin typeface="Times New Roman"/>
                <a:cs typeface="Times New Roman"/>
              </a:rPr>
              <a:t>,</a:t>
            </a:r>
            <a:r>
              <a:rPr dirty="0" sz="900" spc="-25" i="1">
                <a:solidFill>
                  <a:srgbClr val="A7AEAF"/>
                </a:solidFill>
                <a:latin typeface="Times New Roman"/>
                <a:cs typeface="Times New Roman"/>
              </a:rPr>
              <a:t>,</a:t>
            </a:r>
            <a:r>
              <a:rPr dirty="0" sz="900" spc="-25" i="1">
                <a:solidFill>
                  <a:srgbClr val="799099"/>
                </a:solidFill>
                <a:latin typeface="Times New Roman"/>
                <a:cs typeface="Times New Roman"/>
              </a:rPr>
              <a:t>:=-</a:t>
            </a:r>
            <a:r>
              <a:rPr dirty="0" sz="900" spc="-50" i="1">
                <a:solidFill>
                  <a:srgbClr val="BCBDBA"/>
                </a:solidFill>
                <a:latin typeface="Times New Roman"/>
                <a:cs typeface="Times New Roman"/>
              </a:rPr>
              <a:t>,</a:t>
            </a:r>
            <a:r>
              <a:rPr dirty="0" sz="900" i="1">
                <a:solidFill>
                  <a:srgbClr val="BCBDBA"/>
                </a:solidFill>
                <a:latin typeface="Times New Roman"/>
                <a:cs typeface="Times New Roman"/>
              </a:rPr>
              <a:t>	</a:t>
            </a:r>
            <a:r>
              <a:rPr dirty="0" sz="1400" spc="-110">
                <a:solidFill>
                  <a:srgbClr val="2B2F31"/>
                </a:solidFill>
                <a:latin typeface="Times New Roman"/>
                <a:cs typeface="Times New Roman"/>
              </a:rPr>
              <a:t>I'S\</a:t>
            </a:r>
            <a:r>
              <a:rPr dirty="0" sz="1400" spc="20">
                <a:solidFill>
                  <a:srgbClr val="2B2F31"/>
                </a:solidFill>
                <a:latin typeface="Times New Roman"/>
                <a:cs typeface="Times New Roman"/>
              </a:rPr>
              <a:t> </a:t>
            </a:r>
            <a:r>
              <a:rPr dirty="0" sz="1350" spc="-10">
                <a:solidFill>
                  <a:srgbClr val="1C1C1A"/>
                </a:solidFill>
                <a:latin typeface="Arial"/>
                <a:cs typeface="Arial"/>
              </a:rPr>
              <a:t>NotebookLM</a:t>
            </a:r>
            <a:endParaRPr sz="1350">
              <a:latin typeface="Arial"/>
              <a:cs typeface="Arial"/>
            </a:endParaRPr>
          </a:p>
        </p:txBody>
      </p:sp>
      <p:sp>
        <p:nvSpPr>
          <p:cNvPr id="219" name="object 219"/>
          <p:cNvSpPr/>
          <p:nvPr/>
        </p:nvSpPr>
        <p:spPr>
          <a:xfrm>
            <a:off x="1124408" y="9329356"/>
            <a:ext cx="114935" cy="322580"/>
          </a:xfrm>
          <a:custGeom>
            <a:avLst/>
            <a:gdLst/>
            <a:ahLst/>
            <a:cxnLst/>
            <a:rect l="l" t="t" r="r" b="b"/>
            <a:pathLst>
              <a:path w="114934" h="322579">
                <a:moveTo>
                  <a:pt x="114632" y="322201"/>
                </a:moveTo>
                <a:lnTo>
                  <a:pt x="0" y="322201"/>
                </a:lnTo>
                <a:lnTo>
                  <a:pt x="0" y="0"/>
                </a:lnTo>
                <a:lnTo>
                  <a:pt x="114632" y="0"/>
                </a:lnTo>
                <a:lnTo>
                  <a:pt x="114632" y="322201"/>
                </a:lnTo>
                <a:close/>
              </a:path>
            </a:pathLst>
          </a:custGeom>
          <a:solidFill>
            <a:srgbClr val="F4F2E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20" name="object 220"/>
          <p:cNvGrpSpPr/>
          <p:nvPr/>
        </p:nvGrpSpPr>
        <p:grpSpPr>
          <a:xfrm>
            <a:off x="1309036" y="9329356"/>
            <a:ext cx="678180" cy="322580"/>
            <a:chOff x="1309036" y="9329356"/>
            <a:chExt cx="678180" cy="322580"/>
          </a:xfrm>
        </p:grpSpPr>
        <p:sp>
          <p:nvSpPr>
            <p:cNvPr id="221" name="object 221"/>
            <p:cNvSpPr/>
            <p:nvPr/>
          </p:nvSpPr>
          <p:spPr>
            <a:xfrm>
              <a:off x="1309027" y="9455441"/>
              <a:ext cx="522605" cy="154940"/>
            </a:xfrm>
            <a:custGeom>
              <a:avLst/>
              <a:gdLst/>
              <a:ahLst/>
              <a:cxnLst/>
              <a:rect l="l" t="t" r="r" b="b"/>
              <a:pathLst>
                <a:path w="522605" h="154940">
                  <a:moveTo>
                    <a:pt x="292950" y="0"/>
                  </a:moveTo>
                  <a:lnTo>
                    <a:pt x="0" y="0"/>
                  </a:lnTo>
                  <a:lnTo>
                    <a:pt x="0" y="154660"/>
                  </a:lnTo>
                  <a:lnTo>
                    <a:pt x="292950" y="154660"/>
                  </a:lnTo>
                  <a:lnTo>
                    <a:pt x="292950" y="0"/>
                  </a:lnTo>
                  <a:close/>
                </a:path>
                <a:path w="522605" h="154940">
                  <a:moveTo>
                    <a:pt x="522211" y="0"/>
                  </a:moveTo>
                  <a:lnTo>
                    <a:pt x="394843" y="0"/>
                  </a:lnTo>
                  <a:lnTo>
                    <a:pt x="394843" y="154660"/>
                  </a:lnTo>
                  <a:lnTo>
                    <a:pt x="522211" y="154660"/>
                  </a:lnTo>
                  <a:lnTo>
                    <a:pt x="522211" y="0"/>
                  </a:lnTo>
                  <a:close/>
                </a:path>
              </a:pathLst>
            </a:custGeom>
            <a:solidFill>
              <a:srgbClr val="F4F2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/>
            <p:cNvSpPr/>
            <p:nvPr/>
          </p:nvSpPr>
          <p:spPr>
            <a:xfrm>
              <a:off x="1703881" y="9568487"/>
              <a:ext cx="127635" cy="13335"/>
            </a:xfrm>
            <a:custGeom>
              <a:avLst/>
              <a:gdLst/>
              <a:ahLst/>
              <a:cxnLst/>
              <a:rect l="l" t="t" r="r" b="b"/>
              <a:pathLst>
                <a:path w="127635" h="13334">
                  <a:moveTo>
                    <a:pt x="0" y="0"/>
                  </a:moveTo>
                  <a:lnTo>
                    <a:pt x="127369" y="0"/>
                  </a:lnTo>
                  <a:lnTo>
                    <a:pt x="127369" y="12766"/>
                  </a:lnTo>
                  <a:lnTo>
                    <a:pt x="0" y="127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7AEA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/>
            <p:cNvSpPr/>
            <p:nvPr/>
          </p:nvSpPr>
          <p:spPr>
            <a:xfrm>
              <a:off x="1872575" y="9329356"/>
              <a:ext cx="114935" cy="322580"/>
            </a:xfrm>
            <a:custGeom>
              <a:avLst/>
              <a:gdLst/>
              <a:ahLst/>
              <a:cxnLst/>
              <a:rect l="l" t="t" r="r" b="b"/>
              <a:pathLst>
                <a:path w="114935" h="322579">
                  <a:moveTo>
                    <a:pt x="114632" y="322201"/>
                  </a:moveTo>
                  <a:lnTo>
                    <a:pt x="0" y="322201"/>
                  </a:lnTo>
                  <a:lnTo>
                    <a:pt x="0" y="0"/>
                  </a:lnTo>
                  <a:lnTo>
                    <a:pt x="114632" y="0"/>
                  </a:lnTo>
                  <a:lnTo>
                    <a:pt x="114632" y="322201"/>
                  </a:lnTo>
                  <a:close/>
                </a:path>
              </a:pathLst>
            </a:custGeom>
            <a:solidFill>
              <a:srgbClr val="F4F2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/>
            <p:cNvSpPr/>
            <p:nvPr/>
          </p:nvSpPr>
          <p:spPr>
            <a:xfrm>
              <a:off x="1872575" y="9568487"/>
              <a:ext cx="114935" cy="13335"/>
            </a:xfrm>
            <a:custGeom>
              <a:avLst/>
              <a:gdLst/>
              <a:ahLst/>
              <a:cxnLst/>
              <a:rect l="l" t="t" r="r" b="b"/>
              <a:pathLst>
                <a:path w="114935" h="13334">
                  <a:moveTo>
                    <a:pt x="0" y="0"/>
                  </a:moveTo>
                  <a:lnTo>
                    <a:pt x="114632" y="0"/>
                  </a:lnTo>
                  <a:lnTo>
                    <a:pt x="114632" y="12766"/>
                  </a:lnTo>
                  <a:lnTo>
                    <a:pt x="0" y="127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7AEA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5" name="object 225"/>
          <p:cNvSpPr txBox="1"/>
          <p:nvPr/>
        </p:nvSpPr>
        <p:spPr>
          <a:xfrm>
            <a:off x="1111708" y="9326000"/>
            <a:ext cx="934719" cy="3092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u="heavy" sz="1850">
                <a:solidFill>
                  <a:srgbClr val="A7AEAF"/>
                </a:solidFill>
                <a:uFill>
                  <a:solidFill>
                    <a:srgbClr val="A7AEAF"/>
                  </a:solidFill>
                </a:uFill>
                <a:latin typeface="Arial"/>
                <a:cs typeface="Arial"/>
              </a:rPr>
              <a:t>I</a:t>
            </a:r>
            <a:r>
              <a:rPr dirty="0" u="none" sz="1850">
                <a:solidFill>
                  <a:srgbClr val="A7AEAF"/>
                </a:solidFill>
                <a:latin typeface="Arial"/>
                <a:cs typeface="Arial"/>
              </a:rPr>
              <a:t>•</a:t>
            </a:r>
            <a:r>
              <a:rPr dirty="0" u="none" sz="1850" spc="-315">
                <a:solidFill>
                  <a:srgbClr val="A7AEAF"/>
                </a:solidFill>
                <a:latin typeface="Arial"/>
                <a:cs typeface="Arial"/>
              </a:rPr>
              <a:t> </a:t>
            </a:r>
            <a:r>
              <a:rPr dirty="0" u="heavy" sz="900">
                <a:solidFill>
                  <a:srgbClr val="A7AEAF"/>
                </a:solidFill>
                <a:uFill>
                  <a:solidFill>
                    <a:srgbClr val="A7AEAF"/>
                  </a:solidFill>
                </a:uFill>
                <a:latin typeface="Times New Roman"/>
                <a:cs typeface="Times New Roman"/>
              </a:rPr>
              <a:t>I</a:t>
            </a:r>
            <a:r>
              <a:rPr dirty="0" u="heavy" sz="900" spc="180">
                <a:solidFill>
                  <a:srgbClr val="A7AEAF"/>
                </a:solidFill>
                <a:uFill>
                  <a:solidFill>
                    <a:srgbClr val="A7AEA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900">
                <a:solidFill>
                  <a:srgbClr val="A7AEAF"/>
                </a:solidFill>
                <a:uFill>
                  <a:solidFill>
                    <a:srgbClr val="A7AEAF"/>
                  </a:solidFill>
                </a:uFill>
                <a:latin typeface="Times New Roman"/>
                <a:cs typeface="Times New Roman"/>
              </a:rPr>
              <a:t>I</a:t>
            </a:r>
            <a:r>
              <a:rPr dirty="0" u="heavy" sz="900" spc="180">
                <a:solidFill>
                  <a:srgbClr val="A7AEAF"/>
                </a:solidFill>
                <a:uFill>
                  <a:solidFill>
                    <a:srgbClr val="A7AEA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900">
                <a:solidFill>
                  <a:srgbClr val="BCBDBA"/>
                </a:solidFill>
                <a:uFill>
                  <a:solidFill>
                    <a:srgbClr val="A7AEAF"/>
                  </a:solidFill>
                </a:uFill>
                <a:latin typeface="Times New Roman"/>
                <a:cs typeface="Times New Roman"/>
              </a:rPr>
              <a:t>I</a:t>
            </a:r>
            <a:r>
              <a:rPr dirty="0" u="heavy" sz="900" spc="185">
                <a:solidFill>
                  <a:srgbClr val="BCBDBA"/>
                </a:solidFill>
                <a:uFill>
                  <a:solidFill>
                    <a:srgbClr val="A7AEA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900">
                <a:solidFill>
                  <a:srgbClr val="A7AEAF"/>
                </a:solidFill>
                <a:uFill>
                  <a:solidFill>
                    <a:srgbClr val="A7AEAF"/>
                  </a:solidFill>
                </a:uFill>
                <a:latin typeface="Times New Roman"/>
                <a:cs typeface="Times New Roman"/>
              </a:rPr>
              <a:t>I</a:t>
            </a:r>
            <a:r>
              <a:rPr dirty="0" u="none" sz="900" spc="145">
                <a:solidFill>
                  <a:srgbClr val="A7AEAF"/>
                </a:solidFill>
                <a:latin typeface="Times New Roman"/>
                <a:cs typeface="Times New Roman"/>
              </a:rPr>
              <a:t>  </a:t>
            </a:r>
            <a:r>
              <a:rPr dirty="0" u="none" sz="900">
                <a:solidFill>
                  <a:srgbClr val="BCBDBA"/>
                </a:solidFill>
                <a:latin typeface="Times New Roman"/>
                <a:cs typeface="Times New Roman"/>
              </a:rPr>
              <a:t>I</a:t>
            </a:r>
            <a:r>
              <a:rPr dirty="0" u="none" sz="900" spc="290">
                <a:solidFill>
                  <a:srgbClr val="BCBDBA"/>
                </a:solidFill>
                <a:latin typeface="Times New Roman"/>
                <a:cs typeface="Times New Roman"/>
              </a:rPr>
              <a:t> </a:t>
            </a:r>
            <a:r>
              <a:rPr dirty="0" u="none" sz="900">
                <a:solidFill>
                  <a:srgbClr val="A7AEAF"/>
                </a:solidFill>
                <a:latin typeface="Times New Roman"/>
                <a:cs typeface="Times New Roman"/>
              </a:rPr>
              <a:t>I</a:t>
            </a:r>
            <a:r>
              <a:rPr dirty="0" u="none" sz="900" spc="-10">
                <a:solidFill>
                  <a:srgbClr val="A7AEAF"/>
                </a:solidFill>
                <a:latin typeface="Times New Roman"/>
                <a:cs typeface="Times New Roman"/>
              </a:rPr>
              <a:t> </a:t>
            </a:r>
            <a:r>
              <a:rPr dirty="0" u="none" sz="1850" spc="-25">
                <a:solidFill>
                  <a:srgbClr val="A7AEAF"/>
                </a:solidFill>
                <a:latin typeface="Arial"/>
                <a:cs typeface="Arial"/>
              </a:rPr>
              <a:t>•I</a:t>
            </a:r>
            <a:endParaRPr sz="1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15462" y="1430073"/>
            <a:ext cx="458529" cy="43404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23198" y="4902464"/>
            <a:ext cx="738741" cy="109788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95375" y="7608887"/>
            <a:ext cx="993479" cy="45958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95375" y="8298258"/>
            <a:ext cx="840636" cy="459581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458529" y="4391817"/>
            <a:ext cx="0" cy="4723765"/>
          </a:xfrm>
          <a:custGeom>
            <a:avLst/>
            <a:gdLst/>
            <a:ahLst/>
            <a:cxnLst/>
            <a:rect l="l" t="t" r="r" b="b"/>
            <a:pathLst>
              <a:path w="0" h="4723765">
                <a:moveTo>
                  <a:pt x="0" y="4723472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47687" y="1685395"/>
            <a:ext cx="0" cy="1072515"/>
          </a:xfrm>
          <a:custGeom>
            <a:avLst/>
            <a:gdLst/>
            <a:ahLst/>
            <a:cxnLst/>
            <a:rect l="l" t="t" r="r" b="b"/>
            <a:pathLst>
              <a:path w="0" h="1072514">
                <a:moveTo>
                  <a:pt x="0" y="1072355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49582" y="7047175"/>
            <a:ext cx="0" cy="536575"/>
          </a:xfrm>
          <a:custGeom>
            <a:avLst/>
            <a:gdLst/>
            <a:ahLst/>
            <a:cxnLst/>
            <a:rect l="l" t="t" r="r" b="b"/>
            <a:pathLst>
              <a:path w="0" h="536575">
                <a:moveTo>
                  <a:pt x="0" y="536177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53373" y="1685395"/>
            <a:ext cx="0" cy="970280"/>
          </a:xfrm>
          <a:custGeom>
            <a:avLst/>
            <a:gdLst/>
            <a:ahLst/>
            <a:cxnLst/>
            <a:rect l="l" t="t" r="r" b="b"/>
            <a:pathLst>
              <a:path w="0" h="970280">
                <a:moveTo>
                  <a:pt x="0" y="970226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381803" y="8451450"/>
            <a:ext cx="0" cy="919480"/>
          </a:xfrm>
          <a:custGeom>
            <a:avLst/>
            <a:gdLst/>
            <a:ahLst/>
            <a:cxnLst/>
            <a:rect l="l" t="t" r="r" b="b"/>
            <a:pathLst>
              <a:path w="0" h="919479">
                <a:moveTo>
                  <a:pt x="0" y="919162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789385" y="2808815"/>
            <a:ext cx="0" cy="1047115"/>
          </a:xfrm>
          <a:custGeom>
            <a:avLst/>
            <a:gdLst/>
            <a:ahLst/>
            <a:cxnLst/>
            <a:rect l="l" t="t" r="r" b="b"/>
            <a:pathLst>
              <a:path w="0" h="1047114">
                <a:moveTo>
                  <a:pt x="0" y="1046823"/>
                </a:moveTo>
                <a:lnTo>
                  <a:pt x="0" y="0"/>
                </a:lnTo>
              </a:path>
            </a:pathLst>
          </a:custGeom>
          <a:ln w="764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623501" y="8834435"/>
            <a:ext cx="0" cy="894080"/>
          </a:xfrm>
          <a:custGeom>
            <a:avLst/>
            <a:gdLst/>
            <a:ahLst/>
            <a:cxnLst/>
            <a:rect l="l" t="t" r="r" b="b"/>
            <a:pathLst>
              <a:path w="0" h="894079">
                <a:moveTo>
                  <a:pt x="0" y="893629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769824" y="4315220"/>
            <a:ext cx="0" cy="1276985"/>
          </a:xfrm>
          <a:custGeom>
            <a:avLst/>
            <a:gdLst/>
            <a:ahLst/>
            <a:cxnLst/>
            <a:rect l="l" t="t" r="r" b="b"/>
            <a:pathLst>
              <a:path w="0" h="1276985">
                <a:moveTo>
                  <a:pt x="0" y="1276614"/>
                </a:moveTo>
                <a:lnTo>
                  <a:pt x="0" y="0"/>
                </a:lnTo>
              </a:path>
            </a:pathLst>
          </a:custGeom>
          <a:ln w="764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903106" y="3498187"/>
            <a:ext cx="0" cy="868680"/>
          </a:xfrm>
          <a:custGeom>
            <a:avLst/>
            <a:gdLst/>
            <a:ahLst/>
            <a:cxnLst/>
            <a:rect l="l" t="t" r="r" b="b"/>
            <a:pathLst>
              <a:path w="0" h="868679">
                <a:moveTo>
                  <a:pt x="0" y="868097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1323121" y="8017402"/>
            <a:ext cx="0" cy="996315"/>
          </a:xfrm>
          <a:custGeom>
            <a:avLst/>
            <a:gdLst/>
            <a:ahLst/>
            <a:cxnLst/>
            <a:rect l="l" t="t" r="r" b="b"/>
            <a:pathLst>
              <a:path w="0" h="996315">
                <a:moveTo>
                  <a:pt x="0" y="995759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4711142" y="5106721"/>
            <a:ext cx="0" cy="868680"/>
          </a:xfrm>
          <a:custGeom>
            <a:avLst/>
            <a:gdLst/>
            <a:ahLst/>
            <a:cxnLst/>
            <a:rect l="l" t="t" r="r" b="b"/>
            <a:pathLst>
              <a:path w="0" h="868679">
                <a:moveTo>
                  <a:pt x="0" y="868097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6799996" y="1021556"/>
            <a:ext cx="0" cy="3830320"/>
          </a:xfrm>
          <a:custGeom>
            <a:avLst/>
            <a:gdLst/>
            <a:ahLst/>
            <a:cxnLst/>
            <a:rect l="l" t="t" r="r" b="b"/>
            <a:pathLst>
              <a:path w="0" h="3830320">
                <a:moveTo>
                  <a:pt x="0" y="3829842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7041998" y="1583266"/>
            <a:ext cx="0" cy="3983354"/>
          </a:xfrm>
          <a:custGeom>
            <a:avLst/>
            <a:gdLst/>
            <a:ahLst/>
            <a:cxnLst/>
            <a:rect l="l" t="t" r="r" b="b"/>
            <a:pathLst>
              <a:path w="0" h="3983354">
                <a:moveTo>
                  <a:pt x="0" y="3983036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7054735" y="8017402"/>
            <a:ext cx="0" cy="996315"/>
          </a:xfrm>
          <a:custGeom>
            <a:avLst/>
            <a:gdLst/>
            <a:ahLst/>
            <a:cxnLst/>
            <a:rect l="l" t="t" r="r" b="b"/>
            <a:pathLst>
              <a:path w="0" h="996315">
                <a:moveTo>
                  <a:pt x="0" y="995759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840636" y="1391774"/>
            <a:ext cx="3923029" cy="0"/>
          </a:xfrm>
          <a:custGeom>
            <a:avLst/>
            <a:gdLst/>
            <a:ahLst/>
            <a:cxnLst/>
            <a:rect l="l" t="t" r="r" b="b"/>
            <a:pathLst>
              <a:path w="3923029" h="0">
                <a:moveTo>
                  <a:pt x="0" y="0"/>
                </a:moveTo>
                <a:lnTo>
                  <a:pt x="3922971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6379677" y="2732219"/>
            <a:ext cx="535305" cy="0"/>
          </a:xfrm>
          <a:custGeom>
            <a:avLst/>
            <a:gdLst/>
            <a:ahLst/>
            <a:cxnLst/>
            <a:rect l="l" t="t" r="r" b="b"/>
            <a:pathLst>
              <a:path w="535305" h="0">
                <a:moveTo>
                  <a:pt x="0" y="0"/>
                </a:moveTo>
                <a:lnTo>
                  <a:pt x="534950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591811" y="3523719"/>
            <a:ext cx="5349875" cy="0"/>
          </a:xfrm>
          <a:custGeom>
            <a:avLst/>
            <a:gdLst/>
            <a:ahLst/>
            <a:cxnLst/>
            <a:rect l="l" t="t" r="r" b="b"/>
            <a:pathLst>
              <a:path w="5349875" h="0">
                <a:moveTo>
                  <a:pt x="0" y="0"/>
                </a:moveTo>
                <a:lnTo>
                  <a:pt x="5349506" y="0"/>
                </a:lnTo>
              </a:path>
            </a:pathLst>
          </a:custGeom>
          <a:ln w="382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591811" y="4327986"/>
            <a:ext cx="5349875" cy="0"/>
          </a:xfrm>
          <a:custGeom>
            <a:avLst/>
            <a:gdLst/>
            <a:ahLst/>
            <a:cxnLst/>
            <a:rect l="l" t="t" r="r" b="b"/>
            <a:pathLst>
              <a:path w="5349875" h="0">
                <a:moveTo>
                  <a:pt x="0" y="0"/>
                </a:moveTo>
                <a:lnTo>
                  <a:pt x="5349506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6634415" y="4800333"/>
            <a:ext cx="841375" cy="26034"/>
          </a:xfrm>
          <a:custGeom>
            <a:avLst/>
            <a:gdLst/>
            <a:ahLst/>
            <a:cxnLst/>
            <a:rect l="l" t="t" r="r" b="b"/>
            <a:pathLst>
              <a:path w="841375" h="26035">
                <a:moveTo>
                  <a:pt x="840783" y="25532"/>
                </a:moveTo>
                <a:lnTo>
                  <a:pt x="0" y="25532"/>
                </a:lnTo>
                <a:lnTo>
                  <a:pt x="0" y="0"/>
                </a:lnTo>
                <a:lnTo>
                  <a:pt x="840783" y="0"/>
                </a:lnTo>
                <a:lnTo>
                  <a:pt x="840783" y="255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52843" y="4813100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 h="0">
                <a:moveTo>
                  <a:pt x="0" y="0"/>
                </a:moveTo>
                <a:lnTo>
                  <a:pt x="713267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361939" y="5145020"/>
            <a:ext cx="7412990" cy="0"/>
          </a:xfrm>
          <a:custGeom>
            <a:avLst/>
            <a:gdLst/>
            <a:ahLst/>
            <a:cxnLst/>
            <a:rect l="l" t="t" r="r" b="b"/>
            <a:pathLst>
              <a:path w="7412990" h="0">
                <a:moveTo>
                  <a:pt x="0" y="0"/>
                </a:moveTo>
                <a:lnTo>
                  <a:pt x="7412887" y="0"/>
                </a:lnTo>
              </a:path>
            </a:pathLst>
          </a:custGeom>
          <a:ln w="5106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731613" y="5528004"/>
            <a:ext cx="892175" cy="0"/>
          </a:xfrm>
          <a:custGeom>
            <a:avLst/>
            <a:gdLst/>
            <a:ahLst/>
            <a:cxnLst/>
            <a:rect l="l" t="t" r="r" b="b"/>
            <a:pathLst>
              <a:path w="892175" h="0">
                <a:moveTo>
                  <a:pt x="0" y="0"/>
                </a:moveTo>
                <a:lnTo>
                  <a:pt x="891584" y="0"/>
                </a:lnTo>
              </a:path>
            </a:pathLst>
          </a:custGeom>
          <a:ln w="765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8635631" y="6204609"/>
            <a:ext cx="1809114" cy="0"/>
          </a:xfrm>
          <a:custGeom>
            <a:avLst/>
            <a:gdLst/>
            <a:ahLst/>
            <a:cxnLst/>
            <a:rect l="l" t="t" r="r" b="b"/>
            <a:pathLst>
              <a:path w="1809115" h="0">
                <a:moveTo>
                  <a:pt x="0" y="0"/>
                </a:moveTo>
                <a:lnTo>
                  <a:pt x="1808642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0" y="7302497"/>
            <a:ext cx="1273810" cy="0"/>
          </a:xfrm>
          <a:custGeom>
            <a:avLst/>
            <a:gdLst/>
            <a:ahLst/>
            <a:cxnLst/>
            <a:rect l="l" t="t" r="r" b="b"/>
            <a:pathLst>
              <a:path w="1273810" h="0">
                <a:moveTo>
                  <a:pt x="0" y="0"/>
                </a:moveTo>
                <a:lnTo>
                  <a:pt x="1273691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585898" y="9204652"/>
            <a:ext cx="4076065" cy="0"/>
          </a:xfrm>
          <a:custGeom>
            <a:avLst/>
            <a:gdLst/>
            <a:ahLst/>
            <a:cxnLst/>
            <a:rect l="l" t="t" r="r" b="b"/>
            <a:pathLst>
              <a:path w="4076065" h="0">
                <a:moveTo>
                  <a:pt x="0" y="0"/>
                </a:moveTo>
                <a:lnTo>
                  <a:pt x="4075814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41275">
              <a:lnSpc>
                <a:spcPct val="100000"/>
              </a:lnSpc>
              <a:spcBef>
                <a:spcPts val="125"/>
              </a:spcBef>
            </a:pPr>
            <a:r>
              <a:rPr dirty="0"/>
              <a:t>Ground</a:t>
            </a:r>
            <a:r>
              <a:rPr dirty="0" spc="325"/>
              <a:t> </a:t>
            </a:r>
            <a:r>
              <a:rPr dirty="0"/>
              <a:t>Zero:</a:t>
            </a:r>
            <a:r>
              <a:rPr dirty="0" spc="-325"/>
              <a:t> </a:t>
            </a:r>
            <a:r>
              <a:rPr dirty="0" spc="105"/>
              <a:t>Navigating</a:t>
            </a:r>
            <a:r>
              <a:rPr dirty="0" spc="130"/>
              <a:t> </a:t>
            </a:r>
            <a:r>
              <a:rPr dirty="0" spc="235"/>
              <a:t>the</a:t>
            </a:r>
            <a:r>
              <a:rPr dirty="0" spc="-285"/>
              <a:t> </a:t>
            </a:r>
            <a:r>
              <a:rPr dirty="0" spc="65"/>
              <a:t>File</a:t>
            </a:r>
            <a:r>
              <a:rPr dirty="0" spc="-215"/>
              <a:t> </a:t>
            </a:r>
            <a:r>
              <a:rPr dirty="0" spc="110"/>
              <a:t>System</a:t>
            </a:r>
          </a:p>
        </p:txBody>
      </p:sp>
      <p:sp>
        <p:nvSpPr>
          <p:cNvPr id="32" name="object 32"/>
          <p:cNvSpPr/>
          <p:nvPr/>
        </p:nvSpPr>
        <p:spPr>
          <a:xfrm>
            <a:off x="13882172" y="1112072"/>
            <a:ext cx="127635" cy="624840"/>
          </a:xfrm>
          <a:custGeom>
            <a:avLst/>
            <a:gdLst/>
            <a:ahLst/>
            <a:cxnLst/>
            <a:rect l="l" t="t" r="r" b="b"/>
            <a:pathLst>
              <a:path w="127634" h="624839">
                <a:moveTo>
                  <a:pt x="127369" y="624568"/>
                </a:moveTo>
                <a:lnTo>
                  <a:pt x="0" y="624568"/>
                </a:lnTo>
                <a:lnTo>
                  <a:pt x="0" y="0"/>
                </a:lnTo>
                <a:lnTo>
                  <a:pt x="127369" y="0"/>
                </a:lnTo>
                <a:lnTo>
                  <a:pt x="127369" y="624568"/>
                </a:lnTo>
                <a:close/>
              </a:path>
            </a:pathLst>
          </a:custGeom>
          <a:solidFill>
            <a:srgbClr val="F9F4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13869479" y="1098219"/>
            <a:ext cx="169545" cy="5924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700" spc="50" i="1">
                <a:solidFill>
                  <a:srgbClr val="C8CDCD"/>
                </a:solidFill>
                <a:latin typeface="Arial"/>
                <a:cs typeface="Arial"/>
              </a:rPr>
              <a:t>t</a:t>
            </a:r>
            <a:endParaRPr sz="37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827516" y="2298170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473" y="0"/>
                </a:lnTo>
              </a:path>
            </a:pathLst>
          </a:custGeom>
          <a:ln w="12766">
            <a:solidFill>
              <a:srgbClr val="4B677C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5" name="object 35"/>
          <p:cNvGrpSpPr/>
          <p:nvPr/>
        </p:nvGrpSpPr>
        <p:grpSpPr>
          <a:xfrm>
            <a:off x="1058393" y="1752361"/>
            <a:ext cx="1972310" cy="741045"/>
            <a:chOff x="1058393" y="1752361"/>
            <a:chExt cx="1972310" cy="741045"/>
          </a:xfrm>
        </p:grpSpPr>
        <p:sp>
          <p:nvSpPr>
            <p:cNvPr id="36" name="object 36"/>
            <p:cNvSpPr/>
            <p:nvPr/>
          </p:nvSpPr>
          <p:spPr>
            <a:xfrm>
              <a:off x="1764039" y="1752361"/>
              <a:ext cx="369570" cy="741045"/>
            </a:xfrm>
            <a:custGeom>
              <a:avLst/>
              <a:gdLst/>
              <a:ahLst/>
              <a:cxnLst/>
              <a:rect l="l" t="t" r="r" b="b"/>
              <a:pathLst>
                <a:path w="369569" h="741044">
                  <a:moveTo>
                    <a:pt x="369370" y="740451"/>
                  </a:moveTo>
                  <a:lnTo>
                    <a:pt x="0" y="740451"/>
                  </a:lnTo>
                  <a:lnTo>
                    <a:pt x="0" y="0"/>
                  </a:lnTo>
                  <a:lnTo>
                    <a:pt x="369370" y="0"/>
                  </a:lnTo>
                  <a:lnTo>
                    <a:pt x="369370" y="740451"/>
                  </a:lnTo>
                  <a:close/>
                </a:path>
              </a:pathLst>
            </a:custGeom>
            <a:solidFill>
              <a:srgbClr val="F9F4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1058393" y="2298170"/>
              <a:ext cx="1972310" cy="0"/>
            </a:xfrm>
            <a:custGeom>
              <a:avLst/>
              <a:gdLst/>
              <a:ahLst/>
              <a:cxnLst/>
              <a:rect l="l" t="t" r="r" b="b"/>
              <a:pathLst>
                <a:path w="1972310" h="0">
                  <a:moveTo>
                    <a:pt x="0" y="0"/>
                  </a:moveTo>
                  <a:lnTo>
                    <a:pt x="1972255" y="0"/>
                  </a:lnTo>
                </a:path>
              </a:pathLst>
            </a:custGeom>
            <a:ln w="12766">
              <a:solidFill>
                <a:srgbClr val="28567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814816" y="1768441"/>
            <a:ext cx="961390" cy="6464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100" spc="1515">
                <a:solidFill>
                  <a:srgbClr val="4B677C"/>
                </a:solidFill>
                <a:latin typeface="Arial"/>
                <a:cs typeface="Arial"/>
              </a:rPr>
              <a:t>I</a:t>
            </a:r>
            <a:r>
              <a:rPr dirty="0" sz="4050" spc="-165" b="1">
                <a:solidFill>
                  <a:srgbClr val="28567E"/>
                </a:solidFill>
                <a:latin typeface="Arial"/>
                <a:cs typeface="Arial"/>
              </a:rPr>
              <a:t>C</a:t>
            </a:r>
            <a:r>
              <a:rPr dirty="0" sz="4050" spc="-175" b="1">
                <a:solidFill>
                  <a:srgbClr val="28567E"/>
                </a:solidFill>
                <a:latin typeface="Arial"/>
                <a:cs typeface="Arial"/>
              </a:rPr>
              <a:t>·</a:t>
            </a:r>
            <a:r>
              <a:rPr dirty="0" sz="4050" spc="-180" b="1">
                <a:solidFill>
                  <a:srgbClr val="28567E"/>
                </a:solidFill>
                <a:latin typeface="Arial"/>
                <a:cs typeface="Arial"/>
              </a:rPr>
              <a:t>/</a:t>
            </a:r>
            <a:endParaRPr sz="405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764039" y="1752361"/>
            <a:ext cx="369570" cy="539750"/>
          </a:xfrm>
          <a:prstGeom prst="rect">
            <a:avLst/>
          </a:prstGeom>
          <a:solidFill>
            <a:srgbClr val="F9F4EB"/>
          </a:solidFill>
        </p:spPr>
        <p:txBody>
          <a:bodyPr wrap="square" lIns="0" tIns="31115" rIns="0" bIns="0" rtlCol="0" vert="horz">
            <a:spAutoFit/>
          </a:bodyPr>
          <a:lstStyle/>
          <a:p>
            <a:pPr>
              <a:lnSpc>
                <a:spcPts val="4000"/>
              </a:lnSpc>
              <a:spcBef>
                <a:spcPts val="245"/>
              </a:spcBef>
            </a:pPr>
            <a:r>
              <a:rPr dirty="0" sz="4050" b="1">
                <a:solidFill>
                  <a:srgbClr val="B6BFC3"/>
                </a:solidFill>
                <a:latin typeface="Arial"/>
                <a:cs typeface="Arial"/>
              </a:rPr>
              <a:t>-</a:t>
            </a:r>
            <a:r>
              <a:rPr dirty="0" sz="4050" spc="-50" b="1">
                <a:solidFill>
                  <a:srgbClr val="28567E"/>
                </a:solidFill>
                <a:latin typeface="Arial"/>
                <a:cs typeface="Arial"/>
              </a:rPr>
              <a:t>(</a:t>
            </a:r>
            <a:endParaRPr sz="405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104161" y="1768441"/>
            <a:ext cx="3096260" cy="6464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701290" algn="l"/>
              </a:tabLst>
            </a:pPr>
            <a:r>
              <a:rPr dirty="0" sz="4050" spc="50" b="1">
                <a:solidFill>
                  <a:srgbClr val="28567E"/>
                </a:solidFill>
                <a:latin typeface="Arial"/>
                <a:cs typeface="Arial"/>
              </a:rPr>
              <a:t>The</a:t>
            </a:r>
            <a:r>
              <a:rPr dirty="0" sz="4050" b="1">
                <a:solidFill>
                  <a:srgbClr val="28567E"/>
                </a:solidFill>
                <a:latin typeface="Arial"/>
                <a:cs typeface="Arial"/>
              </a:rPr>
              <a:t> </a:t>
            </a:r>
            <a:r>
              <a:rPr dirty="0" sz="4050" spc="-10" b="1">
                <a:solidFill>
                  <a:srgbClr val="28567E"/>
                </a:solidFill>
                <a:latin typeface="Arial"/>
                <a:cs typeface="Arial"/>
              </a:rPr>
              <a:t>Root)</a:t>
            </a:r>
            <a:r>
              <a:rPr dirty="0" sz="4050" b="1">
                <a:solidFill>
                  <a:srgbClr val="28567E"/>
                </a:solidFill>
                <a:latin typeface="Arial"/>
                <a:cs typeface="Arial"/>
              </a:rPr>
              <a:t>	</a:t>
            </a:r>
            <a:r>
              <a:rPr dirty="0" sz="4050" spc="-105">
                <a:solidFill>
                  <a:srgbClr val="C6603F"/>
                </a:solidFill>
                <a:latin typeface="Arial"/>
                <a:cs typeface="Arial"/>
              </a:rPr>
              <a:t>...</a:t>
            </a:r>
            <a:endParaRPr sz="405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788900" y="2030147"/>
            <a:ext cx="1781175" cy="3321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00" spc="60">
                <a:solidFill>
                  <a:srgbClr val="B65031"/>
                </a:solidFill>
                <a:latin typeface="Arial"/>
                <a:cs typeface="Arial"/>
              </a:rPr>
              <a:t>Absolute</a:t>
            </a:r>
            <a:r>
              <a:rPr dirty="0" sz="2000" spc="-10">
                <a:solidFill>
                  <a:srgbClr val="B65031"/>
                </a:solidFill>
                <a:latin typeface="Arial"/>
                <a:cs typeface="Arial"/>
              </a:rPr>
              <a:t> </a:t>
            </a:r>
            <a:r>
              <a:rPr dirty="0" sz="2000" spc="40">
                <a:solidFill>
                  <a:srgbClr val="B65031"/>
                </a:solidFill>
                <a:latin typeface="Arial"/>
                <a:cs typeface="Arial"/>
              </a:rPr>
              <a:t>Path:</a:t>
            </a:r>
            <a:endParaRPr sz="20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6007365" y="2032749"/>
            <a:ext cx="420370" cy="348615"/>
          </a:xfrm>
          <a:prstGeom prst="rect">
            <a:avLst/>
          </a:prstGeom>
          <a:solidFill>
            <a:srgbClr val="F9F4EB"/>
          </a:solidFill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2000" spc="-50">
                <a:solidFill>
                  <a:srgbClr val="C8CDCD"/>
                </a:solidFill>
                <a:latin typeface="Arial"/>
                <a:cs typeface="Arial"/>
              </a:rPr>
              <a:t>/</a:t>
            </a:r>
            <a:endParaRPr sz="20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407784" y="2208874"/>
            <a:ext cx="5857240" cy="4089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651760" algn="l"/>
                <a:tab pos="3665854" algn="l"/>
              </a:tabLst>
            </a:pPr>
            <a:r>
              <a:rPr dirty="0" sz="2500" spc="40">
                <a:solidFill>
                  <a:srgbClr val="28567E"/>
                </a:solidFill>
                <a:latin typeface="Courier New"/>
                <a:cs typeface="Courier New"/>
              </a:rPr>
              <a:t>•</a:t>
            </a:r>
            <a:r>
              <a:rPr dirty="0" sz="2500">
                <a:solidFill>
                  <a:srgbClr val="28567E"/>
                </a:solidFill>
                <a:latin typeface="Courier New"/>
                <a:cs typeface="Courier New"/>
              </a:rPr>
              <a:t>	</a:t>
            </a:r>
            <a:r>
              <a:rPr dirty="0" sz="2500" spc="100">
                <a:solidFill>
                  <a:srgbClr val="28567E"/>
                </a:solidFill>
                <a:latin typeface="Courier New"/>
                <a:cs typeface="Courier New"/>
              </a:rPr>
              <a:t>�</a:t>
            </a:r>
            <a:r>
              <a:rPr dirty="0" sz="2500">
                <a:solidFill>
                  <a:srgbClr val="28567E"/>
                </a:solidFill>
                <a:latin typeface="Courier New"/>
                <a:cs typeface="Courier New"/>
              </a:rPr>
              <a:t>	</a:t>
            </a:r>
            <a:r>
              <a:rPr dirty="0" sz="2500" spc="-615">
                <a:solidFill>
                  <a:srgbClr val="C6603F"/>
                </a:solidFill>
                <a:latin typeface="Courier New"/>
                <a:cs typeface="Courier New"/>
              </a:rPr>
              <a:t>·····••····•·······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888965" y="2208874"/>
            <a:ext cx="8122920" cy="4089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500" spc="-1095">
                <a:solidFill>
                  <a:srgbClr val="A1705B"/>
                </a:solidFill>
                <a:latin typeface="Courier New"/>
                <a:cs typeface="Courier New"/>
              </a:rPr>
              <a:t>.</a:t>
            </a:r>
            <a:r>
              <a:rPr dirty="0" sz="2500" spc="-2025">
                <a:solidFill>
                  <a:srgbClr val="A1705B"/>
                </a:solidFill>
                <a:latin typeface="Courier New"/>
                <a:cs typeface="Courier New"/>
              </a:rPr>
              <a:t>·</a:t>
            </a:r>
            <a:r>
              <a:rPr dirty="0" sz="2500" spc="-1375">
                <a:solidFill>
                  <a:srgbClr val="A1705B"/>
                </a:solidFill>
                <a:latin typeface="Courier New"/>
                <a:cs typeface="Courier New"/>
              </a:rPr>
              <a:t>.</a:t>
            </a:r>
            <a:r>
              <a:rPr dirty="0" sz="2500" spc="-844">
                <a:solidFill>
                  <a:srgbClr val="A1705B"/>
                </a:solidFill>
                <a:latin typeface="Courier New"/>
                <a:cs typeface="Courier New"/>
              </a:rPr>
              <a:t>•••••••</a:t>
            </a:r>
            <a:r>
              <a:rPr dirty="0" sz="2500" spc="-830">
                <a:solidFill>
                  <a:srgbClr val="A1705B"/>
                </a:solidFill>
                <a:latin typeface="Courier New"/>
                <a:cs typeface="Courier New"/>
              </a:rPr>
              <a:t>•</a:t>
            </a:r>
            <a:r>
              <a:rPr dirty="0" sz="2500" spc="-395">
                <a:solidFill>
                  <a:srgbClr val="A1705B"/>
                </a:solidFill>
                <a:latin typeface="Courier New"/>
                <a:cs typeface="Courier New"/>
              </a:rPr>
              <a:t> </a:t>
            </a:r>
            <a:r>
              <a:rPr dirty="0" sz="2500" spc="-355">
                <a:solidFill>
                  <a:srgbClr val="A15B42"/>
                </a:solidFill>
                <a:latin typeface="Courier New"/>
                <a:cs typeface="Courier New"/>
              </a:rPr>
              <a:t>C:/Users/Student/Documents/your</a:t>
            </a:r>
            <a:r>
              <a:rPr dirty="0" sz="2500" spc="-355">
                <a:solidFill>
                  <a:srgbClr val="823D28"/>
                </a:solidFill>
                <a:latin typeface="Courier New"/>
                <a:cs typeface="Courier New"/>
              </a:rPr>
              <a:t>-</a:t>
            </a:r>
            <a:r>
              <a:rPr dirty="0" sz="2500" spc="-345">
                <a:solidFill>
                  <a:srgbClr val="A15B42"/>
                </a:solidFill>
                <a:latin typeface="Courier New"/>
                <a:cs typeface="Courier New"/>
              </a:rPr>
              <a:t>portfolio/data</a:t>
            </a:r>
            <a:r>
              <a:rPr dirty="0" sz="2500" spc="-1375">
                <a:solidFill>
                  <a:srgbClr val="A15B42"/>
                </a:solidFill>
                <a:latin typeface="Courier New"/>
                <a:cs typeface="Courier New"/>
              </a:rPr>
              <a:t>.</a:t>
            </a:r>
            <a:r>
              <a:rPr dirty="0" sz="2500" spc="-365">
                <a:solidFill>
                  <a:srgbClr val="A15B42"/>
                </a:solidFill>
                <a:latin typeface="Courier New"/>
                <a:cs typeface="Courier New"/>
              </a:rPr>
              <a:t>csv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12333" y="2502495"/>
            <a:ext cx="3857625" cy="4089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500" spc="1645">
                <a:solidFill>
                  <a:srgbClr val="28567E"/>
                </a:solidFill>
                <a:latin typeface="Courier New"/>
                <a:cs typeface="Courier New"/>
              </a:rPr>
              <a:t>�-</a:t>
            </a:r>
            <a:r>
              <a:rPr dirty="0" sz="2500" spc="1235">
                <a:solidFill>
                  <a:srgbClr val="28567E"/>
                </a:solidFill>
                <a:latin typeface="Courier New"/>
                <a:cs typeface="Courier New"/>
              </a:rPr>
              <a:t>------</a:t>
            </a:r>
            <a:r>
              <a:rPr dirty="0" sz="2500" spc="1185">
                <a:solidFill>
                  <a:srgbClr val="4B677C"/>
                </a:solidFill>
                <a:latin typeface="Courier New"/>
                <a:cs typeface="Courier New"/>
              </a:rPr>
              <a:t>�</a:t>
            </a:r>
            <a:r>
              <a:rPr dirty="0" sz="2500" spc="1185">
                <a:solidFill>
                  <a:srgbClr val="28567E"/>
                </a:solidFill>
                <a:latin typeface="Courier New"/>
                <a:cs typeface="Courier New"/>
              </a:rPr>
              <a:t>-</a:t>
            </a:r>
            <a:r>
              <a:rPr dirty="0" sz="2500" spc="2000">
                <a:solidFill>
                  <a:srgbClr val="28567E"/>
                </a:solidFill>
                <a:latin typeface="Courier New"/>
                <a:cs typeface="Courier New"/>
              </a:rPr>
              <a:t>�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720049" y="2502495"/>
            <a:ext cx="3977640" cy="4089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500" spc="-320">
                <a:solidFill>
                  <a:srgbClr val="A15B42"/>
                </a:solidFill>
                <a:latin typeface="Courier New"/>
                <a:cs typeface="Courier New"/>
              </a:rPr>
              <a:t>(Breaks</a:t>
            </a:r>
            <a:r>
              <a:rPr dirty="0" sz="2500" spc="-330">
                <a:solidFill>
                  <a:srgbClr val="A15B42"/>
                </a:solidFill>
                <a:latin typeface="Courier New"/>
                <a:cs typeface="Courier New"/>
              </a:rPr>
              <a:t> </a:t>
            </a:r>
            <a:r>
              <a:rPr dirty="0" sz="2500" spc="-305">
                <a:solidFill>
                  <a:srgbClr val="A15B42"/>
                </a:solidFill>
                <a:latin typeface="Courier New"/>
                <a:cs typeface="Courier New"/>
              </a:rPr>
              <a:t>on</a:t>
            </a:r>
            <a:r>
              <a:rPr dirty="0" sz="2500" spc="-495">
                <a:solidFill>
                  <a:srgbClr val="A15B42"/>
                </a:solidFill>
                <a:latin typeface="Courier New"/>
                <a:cs typeface="Courier New"/>
              </a:rPr>
              <a:t> </a:t>
            </a:r>
            <a:r>
              <a:rPr dirty="0" sz="2500" spc="-365">
                <a:solidFill>
                  <a:srgbClr val="A15B42"/>
                </a:solidFill>
                <a:latin typeface="Courier New"/>
                <a:cs typeface="Courier New"/>
              </a:rPr>
              <a:t>other</a:t>
            </a:r>
            <a:r>
              <a:rPr dirty="0" sz="2500" spc="-425">
                <a:solidFill>
                  <a:srgbClr val="A15B42"/>
                </a:solidFill>
                <a:latin typeface="Courier New"/>
                <a:cs typeface="Courier New"/>
              </a:rPr>
              <a:t> </a:t>
            </a:r>
            <a:r>
              <a:rPr dirty="0" sz="2500" spc="-375">
                <a:solidFill>
                  <a:srgbClr val="A15B42"/>
                </a:solidFill>
                <a:latin typeface="Courier New"/>
                <a:cs typeface="Courier New"/>
              </a:rPr>
              <a:t>computers)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5579762" y="2508493"/>
            <a:ext cx="178435" cy="542925"/>
          </a:xfrm>
          <a:prstGeom prst="rect">
            <a:avLst/>
          </a:prstGeom>
          <a:solidFill>
            <a:srgbClr val="F9F4EB"/>
          </a:solidFill>
        </p:spPr>
        <p:txBody>
          <a:bodyPr wrap="square" lIns="0" tIns="825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5"/>
              </a:spcBef>
            </a:pPr>
            <a:r>
              <a:rPr dirty="0" sz="2500" spc="-409">
                <a:solidFill>
                  <a:srgbClr val="B6BFC3"/>
                </a:solidFill>
                <a:latin typeface="Courier New"/>
                <a:cs typeface="Courier New"/>
              </a:rPr>
              <a:t>/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190420" y="2502495"/>
            <a:ext cx="955675" cy="4089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sz="2500" spc="-470">
                <a:solidFill>
                  <a:srgbClr val="C6603F"/>
                </a:solidFill>
                <a:latin typeface="Courier New"/>
                <a:cs typeface="Courier New"/>
              </a:rPr>
              <a:t>•·</a:t>
            </a:r>
            <a:r>
              <a:rPr dirty="0" sz="2500" spc="-1260">
                <a:solidFill>
                  <a:srgbClr val="C6603F"/>
                </a:solidFill>
                <a:latin typeface="Courier New"/>
                <a:cs typeface="Courier New"/>
              </a:rPr>
              <a:t>.</a:t>
            </a:r>
            <a:r>
              <a:rPr dirty="0" baseline="-36111" sz="3000" spc="-690">
                <a:solidFill>
                  <a:srgbClr val="B65031"/>
                </a:solidFill>
                <a:latin typeface="Times New Roman"/>
                <a:cs typeface="Times New Roman"/>
              </a:rPr>
              <a:t>•</a:t>
            </a:r>
            <a:r>
              <a:rPr dirty="0" baseline="-36111" sz="3000" spc="-44">
                <a:solidFill>
                  <a:srgbClr val="B65031"/>
                </a:solidFill>
                <a:latin typeface="Times New Roman"/>
                <a:cs typeface="Times New Roman"/>
              </a:rPr>
              <a:t> </a:t>
            </a:r>
            <a:r>
              <a:rPr dirty="0" sz="2500" spc="-740">
                <a:solidFill>
                  <a:srgbClr val="C6603F"/>
                </a:solidFill>
                <a:latin typeface="Courier New"/>
                <a:cs typeface="Courier New"/>
              </a:rPr>
              <a:t>�</a:t>
            </a:r>
            <a:r>
              <a:rPr dirty="0" sz="2500" spc="-740">
                <a:solidFill>
                  <a:srgbClr val="A1705B"/>
                </a:solidFill>
                <a:latin typeface="Courier New"/>
                <a:cs typeface="Courier New"/>
              </a:rPr>
              <a:t>···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940966" y="3057822"/>
            <a:ext cx="622935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sz="2000" spc="-75">
                <a:solidFill>
                  <a:srgbClr val="B65031"/>
                </a:solidFill>
                <a:latin typeface="Arial"/>
                <a:cs typeface="Arial"/>
              </a:rPr>
              <a:t>•••</a:t>
            </a:r>
            <a:r>
              <a:rPr dirty="0" sz="2000" spc="50">
                <a:solidFill>
                  <a:srgbClr val="B65031"/>
                </a:solidFill>
                <a:latin typeface="Arial"/>
                <a:cs typeface="Arial"/>
              </a:rPr>
              <a:t> </a:t>
            </a:r>
            <a:r>
              <a:rPr dirty="0" baseline="24390" sz="3075" spc="-37">
                <a:solidFill>
                  <a:srgbClr val="C6603F"/>
                </a:solidFill>
                <a:latin typeface="Arial"/>
                <a:cs typeface="Arial"/>
              </a:rPr>
              <a:t>••</a:t>
            </a:r>
            <a:r>
              <a:rPr dirty="0" baseline="55555" sz="2700" spc="-37">
                <a:solidFill>
                  <a:srgbClr val="B65031"/>
                </a:solidFill>
                <a:latin typeface="Arial"/>
                <a:cs typeface="Arial"/>
              </a:rPr>
              <a:t>•</a:t>
            </a:r>
            <a:endParaRPr baseline="55555" sz="27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341089" y="3223782"/>
            <a:ext cx="1676400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sz="2050" spc="-165">
                <a:solidFill>
                  <a:srgbClr val="C6603F"/>
                </a:solidFill>
                <a:latin typeface="Courier New"/>
                <a:cs typeface="Courier New"/>
              </a:rPr>
              <a:t>••••••••••</a:t>
            </a:r>
            <a:r>
              <a:rPr dirty="0" baseline="16666" sz="3000" spc="-247">
                <a:solidFill>
                  <a:srgbClr val="C6603F"/>
                </a:solidFill>
                <a:latin typeface="Arial"/>
                <a:cs typeface="Arial"/>
              </a:rPr>
              <a:t>••••</a:t>
            </a:r>
            <a:endParaRPr baseline="16666" sz="30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848590" y="3657831"/>
            <a:ext cx="6866255" cy="5080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150" spc="-180">
                <a:solidFill>
                  <a:srgbClr val="C6603F"/>
                </a:solidFill>
                <a:latin typeface="Arial"/>
                <a:cs typeface="Arial"/>
              </a:rPr>
              <a:t>....•····</a:t>
            </a:r>
            <a:r>
              <a:rPr dirty="0" sz="3150" spc="-50">
                <a:solidFill>
                  <a:srgbClr val="C6603F"/>
                </a:solidFill>
                <a:latin typeface="Arial"/>
                <a:cs typeface="Arial"/>
              </a:rPr>
              <a:t> </a:t>
            </a:r>
            <a:r>
              <a:rPr dirty="0" u="heavy" sz="3150" spc="-145">
                <a:solidFill>
                  <a:srgbClr val="C6603F"/>
                </a:solidFill>
                <a:uFill>
                  <a:solidFill>
                    <a:srgbClr val="647C8A"/>
                  </a:solidFill>
                </a:uFill>
                <a:latin typeface="Arial"/>
                <a:cs typeface="Arial"/>
              </a:rPr>
              <a:t>•••••</a:t>
            </a:r>
            <a:r>
              <a:rPr dirty="0" u="heavy" sz="3150" spc="50">
                <a:solidFill>
                  <a:srgbClr val="C6603F"/>
                </a:solidFill>
                <a:uFill>
                  <a:solidFill>
                    <a:srgbClr val="647C8A"/>
                  </a:solidFill>
                </a:uFill>
                <a:latin typeface="Arial"/>
                <a:cs typeface="Arial"/>
              </a:rPr>
              <a:t>•</a:t>
            </a:r>
            <a:r>
              <a:rPr dirty="0" u="heavy" sz="3150" spc="-135" b="1">
                <a:solidFill>
                  <a:srgbClr val="796E6E"/>
                </a:solidFill>
                <a:uFill>
                  <a:solidFill>
                    <a:srgbClr val="647C8A"/>
                  </a:solidFill>
                </a:uFill>
                <a:latin typeface="Arial"/>
                <a:cs typeface="Arial"/>
              </a:rPr>
              <a:t>1</a:t>
            </a:r>
            <a:r>
              <a:rPr dirty="0" u="heavy" sz="3150" spc="-135" b="1">
                <a:solidFill>
                  <a:srgbClr val="A15B42"/>
                </a:solidFill>
                <a:uFill>
                  <a:solidFill>
                    <a:srgbClr val="647C8A"/>
                  </a:solidFill>
                </a:uFill>
                <a:latin typeface="Arial"/>
                <a:cs typeface="Arial"/>
              </a:rPr>
              <a:t>·</a:t>
            </a:r>
            <a:r>
              <a:rPr dirty="0" u="heavy" sz="3150" spc="-140" b="1">
                <a:solidFill>
                  <a:srgbClr val="28567E"/>
                </a:solidFill>
                <a:uFill>
                  <a:solidFill>
                    <a:srgbClr val="647C8A"/>
                  </a:solidFill>
                </a:uFill>
                <a:latin typeface="Arial"/>
                <a:cs typeface="Arial"/>
              </a:rPr>
              <a:t>u</a:t>
            </a:r>
            <a:r>
              <a:rPr dirty="0" u="heavy" sz="3150" spc="-135" b="1">
                <a:solidFill>
                  <a:srgbClr val="4B677C"/>
                </a:solidFill>
                <a:uFill>
                  <a:solidFill>
                    <a:srgbClr val="647C8A"/>
                  </a:solidFill>
                </a:uFill>
                <a:latin typeface="Arial"/>
                <a:cs typeface="Arial"/>
              </a:rPr>
              <a:t>�</a:t>
            </a:r>
            <a:r>
              <a:rPr dirty="0" u="heavy" sz="3150" spc="-135" b="1">
                <a:solidFill>
                  <a:srgbClr val="28567E"/>
                </a:solidFill>
                <a:uFill>
                  <a:solidFill>
                    <a:srgbClr val="647C8A"/>
                  </a:solidFill>
                </a:uFill>
                <a:latin typeface="Arial"/>
                <a:cs typeface="Arial"/>
              </a:rPr>
              <a:t>ers</a:t>
            </a:r>
            <a:r>
              <a:rPr dirty="0" u="heavy" sz="3150" spc="-140" b="1">
                <a:solidFill>
                  <a:srgbClr val="28567E"/>
                </a:solidFill>
                <a:uFill>
                  <a:solidFill>
                    <a:srgbClr val="647C8A"/>
                  </a:solidFill>
                </a:uFill>
                <a:latin typeface="Arial"/>
                <a:cs typeface="Arial"/>
              </a:rPr>
              <a:t>/S</a:t>
            </a:r>
            <a:r>
              <a:rPr dirty="0" u="heavy" sz="3150" spc="-135" b="1">
                <a:solidFill>
                  <a:srgbClr val="28567E"/>
                </a:solidFill>
                <a:uFill>
                  <a:solidFill>
                    <a:srgbClr val="647C8A"/>
                  </a:solidFill>
                </a:uFill>
                <a:latin typeface="Arial"/>
                <a:cs typeface="Arial"/>
              </a:rPr>
              <a:t>t</a:t>
            </a:r>
            <a:r>
              <a:rPr dirty="0" u="heavy" sz="3150" spc="-140" b="1">
                <a:solidFill>
                  <a:srgbClr val="28567E"/>
                </a:solidFill>
                <a:uFill>
                  <a:solidFill>
                    <a:srgbClr val="647C8A"/>
                  </a:solidFill>
                </a:uFill>
                <a:latin typeface="Arial"/>
                <a:cs typeface="Arial"/>
              </a:rPr>
              <a:t>ud</a:t>
            </a:r>
            <a:r>
              <a:rPr dirty="0" u="heavy" sz="3150" spc="-135" b="1">
                <a:solidFill>
                  <a:srgbClr val="28567E"/>
                </a:solidFill>
                <a:uFill>
                  <a:solidFill>
                    <a:srgbClr val="647C8A"/>
                  </a:solidFill>
                </a:uFill>
                <a:latin typeface="Arial"/>
                <a:cs typeface="Arial"/>
              </a:rPr>
              <a:t>e</a:t>
            </a:r>
            <a:r>
              <a:rPr dirty="0" u="heavy" sz="3150" spc="-140" b="1">
                <a:solidFill>
                  <a:srgbClr val="28567E"/>
                </a:solidFill>
                <a:uFill>
                  <a:solidFill>
                    <a:srgbClr val="647C8A"/>
                  </a:solidFill>
                </a:uFill>
                <a:latin typeface="Arial"/>
                <a:cs typeface="Arial"/>
              </a:rPr>
              <a:t>n</a:t>
            </a:r>
            <a:r>
              <a:rPr dirty="0" u="heavy" sz="3150" spc="-135" b="1">
                <a:solidFill>
                  <a:srgbClr val="28567E"/>
                </a:solidFill>
                <a:uFill>
                  <a:solidFill>
                    <a:srgbClr val="647C8A"/>
                  </a:solidFill>
                </a:uFill>
                <a:latin typeface="Arial"/>
                <a:cs typeface="Arial"/>
              </a:rPr>
              <a:t>t</a:t>
            </a:r>
            <a:r>
              <a:rPr dirty="0" u="heavy" sz="3150" spc="-140" b="1">
                <a:solidFill>
                  <a:srgbClr val="28567E"/>
                </a:solidFill>
                <a:uFill>
                  <a:solidFill>
                    <a:srgbClr val="647C8A"/>
                  </a:solidFill>
                </a:uFill>
                <a:latin typeface="Arial"/>
                <a:cs typeface="Arial"/>
              </a:rPr>
              <a:t>/</a:t>
            </a:r>
            <a:r>
              <a:rPr dirty="0" u="heavy" sz="3150" spc="-135" b="1">
                <a:solidFill>
                  <a:srgbClr val="28567E"/>
                </a:solidFill>
                <a:uFill>
                  <a:solidFill>
                    <a:srgbClr val="647C8A"/>
                  </a:solidFill>
                </a:uFill>
                <a:latin typeface="Arial"/>
                <a:cs typeface="Arial"/>
              </a:rPr>
              <a:t>D</a:t>
            </a:r>
            <a:r>
              <a:rPr dirty="0" u="heavy" sz="3150" spc="-140" b="1">
                <a:solidFill>
                  <a:srgbClr val="28567E"/>
                </a:solidFill>
                <a:uFill>
                  <a:solidFill>
                    <a:srgbClr val="647C8A"/>
                  </a:solidFill>
                </a:uFill>
                <a:latin typeface="Arial"/>
                <a:cs typeface="Arial"/>
              </a:rPr>
              <a:t>o</a:t>
            </a:r>
            <a:r>
              <a:rPr dirty="0" u="heavy" sz="3150" spc="-135" b="1">
                <a:solidFill>
                  <a:srgbClr val="28567E"/>
                </a:solidFill>
                <a:uFill>
                  <a:solidFill>
                    <a:srgbClr val="647C8A"/>
                  </a:solidFill>
                </a:uFill>
                <a:latin typeface="Arial"/>
                <a:cs typeface="Arial"/>
              </a:rPr>
              <a:t>c</a:t>
            </a:r>
            <a:r>
              <a:rPr dirty="0" u="heavy" sz="3150" spc="-140" b="1">
                <a:solidFill>
                  <a:srgbClr val="28567E"/>
                </a:solidFill>
                <a:uFill>
                  <a:solidFill>
                    <a:srgbClr val="647C8A"/>
                  </a:solidFill>
                </a:uFill>
                <a:latin typeface="Arial"/>
                <a:cs typeface="Arial"/>
              </a:rPr>
              <a:t>u</a:t>
            </a:r>
            <a:r>
              <a:rPr dirty="0" u="heavy" sz="3150" spc="-135" b="1">
                <a:solidFill>
                  <a:srgbClr val="28567E"/>
                </a:solidFill>
                <a:uFill>
                  <a:solidFill>
                    <a:srgbClr val="647C8A"/>
                  </a:solidFill>
                </a:uFill>
                <a:latin typeface="Arial"/>
                <a:cs typeface="Arial"/>
              </a:rPr>
              <a:t>me</a:t>
            </a:r>
            <a:r>
              <a:rPr dirty="0" u="heavy" sz="3150" spc="-140" b="1">
                <a:solidFill>
                  <a:srgbClr val="28567E"/>
                </a:solidFill>
                <a:uFill>
                  <a:solidFill>
                    <a:srgbClr val="647C8A"/>
                  </a:solidFill>
                </a:uFill>
                <a:latin typeface="Arial"/>
                <a:cs typeface="Arial"/>
              </a:rPr>
              <a:t>n</a:t>
            </a:r>
            <a:r>
              <a:rPr dirty="0" u="heavy" sz="3150" spc="-135" b="1">
                <a:solidFill>
                  <a:srgbClr val="28567E"/>
                </a:solidFill>
                <a:uFill>
                  <a:solidFill>
                    <a:srgbClr val="647C8A"/>
                  </a:solidFill>
                </a:uFill>
                <a:latin typeface="Arial"/>
                <a:cs typeface="Arial"/>
              </a:rPr>
              <a:t>t</a:t>
            </a:r>
            <a:r>
              <a:rPr dirty="0" u="heavy" sz="3150" spc="-775" b="1">
                <a:solidFill>
                  <a:srgbClr val="28567E"/>
                </a:solidFill>
                <a:uFill>
                  <a:solidFill>
                    <a:srgbClr val="647C8A"/>
                  </a:solidFill>
                </a:uFill>
                <a:latin typeface="Arial"/>
                <a:cs typeface="Arial"/>
              </a:rPr>
              <a:t>s</a:t>
            </a:r>
            <a:r>
              <a:rPr dirty="0" u="heavy" sz="3100" spc="-254">
                <a:solidFill>
                  <a:srgbClr val="647C8A"/>
                </a:solidFill>
                <a:uFill>
                  <a:solidFill>
                    <a:srgbClr val="647C8A"/>
                  </a:solidFill>
                </a:uFill>
                <a:latin typeface="Arial"/>
                <a:cs typeface="Arial"/>
              </a:rPr>
              <a:t>I</a:t>
            </a:r>
            <a:endParaRPr sz="31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540004" y="4136561"/>
            <a:ext cx="227965" cy="3321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baseline="-50000" sz="3000" spc="-427">
                <a:solidFill>
                  <a:srgbClr val="C6603F"/>
                </a:solidFill>
                <a:latin typeface="Times New Roman"/>
                <a:cs typeface="Times New Roman"/>
              </a:rPr>
              <a:t>•</a:t>
            </a:r>
            <a:r>
              <a:rPr dirty="0" baseline="-27777" sz="3000" spc="-120">
                <a:solidFill>
                  <a:srgbClr val="C6603F"/>
                </a:solidFill>
                <a:latin typeface="Arial"/>
                <a:cs typeface="Arial"/>
              </a:rPr>
              <a:t>•</a:t>
            </a:r>
            <a:r>
              <a:rPr dirty="0" sz="1800" spc="-590">
                <a:solidFill>
                  <a:srgbClr val="C6603F"/>
                </a:solidFill>
                <a:latin typeface="Times New Roman"/>
                <a:cs typeface="Times New Roman"/>
              </a:rPr>
              <a:t>••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591387" y="4576994"/>
            <a:ext cx="114300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baseline="25000" sz="3000" spc="-757">
                <a:solidFill>
                  <a:srgbClr val="C6603F"/>
                </a:solidFill>
                <a:latin typeface="Arial"/>
                <a:cs typeface="Arial"/>
              </a:rPr>
              <a:t>•</a:t>
            </a:r>
            <a:r>
              <a:rPr dirty="0" sz="2050" spc="-505">
                <a:solidFill>
                  <a:srgbClr val="C6603F"/>
                </a:solidFill>
                <a:latin typeface="Times New Roman"/>
                <a:cs typeface="Times New Roman"/>
              </a:rPr>
              <a:t>••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859053" y="4711039"/>
            <a:ext cx="445770" cy="3168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00" spc="130">
                <a:solidFill>
                  <a:srgbClr val="C6603F"/>
                </a:solidFill>
                <a:latin typeface="Times New Roman"/>
                <a:cs typeface="Times New Roman"/>
              </a:rPr>
              <a:t>••••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2266518" y="4908913"/>
            <a:ext cx="2522220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baseline="25000" sz="3000" spc="-232">
                <a:solidFill>
                  <a:srgbClr val="C6603F"/>
                </a:solidFill>
                <a:latin typeface="Arial"/>
                <a:cs typeface="Arial"/>
              </a:rPr>
              <a:t>••••</a:t>
            </a:r>
            <a:r>
              <a:rPr dirty="0" sz="2050" spc="-155">
                <a:solidFill>
                  <a:srgbClr val="B65031"/>
                </a:solidFill>
                <a:latin typeface="Courier New"/>
                <a:cs typeface="Courier New"/>
              </a:rPr>
              <a:t>••••••••••••••</a:t>
            </a:r>
            <a:r>
              <a:rPr dirty="0" baseline="-30555" sz="3000" spc="-232">
                <a:solidFill>
                  <a:srgbClr val="C6603F"/>
                </a:solidFill>
                <a:latin typeface="Arial"/>
                <a:cs typeface="Arial"/>
              </a:rPr>
              <a:t>••••</a:t>
            </a:r>
            <a:endParaRPr baseline="-30555" sz="30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712006" y="5119555"/>
            <a:ext cx="754380" cy="3625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sz="2000" spc="45">
                <a:solidFill>
                  <a:srgbClr val="C6603F"/>
                </a:solidFill>
                <a:latin typeface="Arial"/>
                <a:cs typeface="Arial"/>
              </a:rPr>
              <a:t>•••</a:t>
            </a:r>
            <a:r>
              <a:rPr dirty="0" baseline="-16666" sz="3000" spc="67">
                <a:solidFill>
                  <a:srgbClr val="C6603F"/>
                </a:solidFill>
                <a:latin typeface="Arial"/>
                <a:cs typeface="Arial"/>
              </a:rPr>
              <a:t>••</a:t>
            </a:r>
            <a:r>
              <a:rPr dirty="0" baseline="-40123" sz="2700" spc="67">
                <a:solidFill>
                  <a:srgbClr val="C6603F"/>
                </a:solidFill>
                <a:latin typeface="Times New Roman"/>
                <a:cs typeface="Times New Roman"/>
              </a:rPr>
              <a:t>•</a:t>
            </a:r>
            <a:r>
              <a:rPr dirty="0" baseline="-55555" sz="3300" spc="67">
                <a:solidFill>
                  <a:srgbClr val="C6603F"/>
                </a:solidFill>
                <a:latin typeface="Arial"/>
                <a:cs typeface="Arial"/>
              </a:rPr>
              <a:t>•</a:t>
            </a:r>
            <a:endParaRPr baseline="-55555" sz="33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4284313" y="5496935"/>
            <a:ext cx="1160145" cy="1177925"/>
          </a:xfrm>
          <a:prstGeom prst="rect">
            <a:avLst/>
          </a:prstGeom>
        </p:spPr>
        <p:txBody>
          <a:bodyPr wrap="square" lIns="0" tIns="45085" rIns="0" bIns="0" rtlCol="0" vert="horz">
            <a:spAutoFit/>
          </a:bodyPr>
          <a:lstStyle/>
          <a:p>
            <a:pPr algn="r" marR="30480">
              <a:lnSpc>
                <a:spcPct val="100000"/>
              </a:lnSpc>
              <a:spcBef>
                <a:spcPts val="355"/>
              </a:spcBef>
            </a:pPr>
            <a:r>
              <a:rPr dirty="0" baseline="-19444" sz="3000" spc="-37">
                <a:solidFill>
                  <a:srgbClr val="B65031"/>
                </a:solidFill>
                <a:latin typeface="Arial"/>
                <a:cs typeface="Arial"/>
              </a:rPr>
              <a:t>•</a:t>
            </a:r>
            <a:r>
              <a:rPr dirty="0" sz="2000" spc="-25">
                <a:solidFill>
                  <a:srgbClr val="C6603F"/>
                </a:solidFill>
                <a:latin typeface="Times New Roman"/>
                <a:cs typeface="Times New Roman"/>
              </a:rPr>
              <a:t>•</a:t>
            </a:r>
            <a:endParaRPr sz="2000">
              <a:latin typeface="Times New Roman"/>
              <a:cs typeface="Times New Roman"/>
            </a:endParaRPr>
          </a:p>
          <a:p>
            <a:pPr marL="445134">
              <a:lnSpc>
                <a:spcPct val="100000"/>
              </a:lnSpc>
              <a:spcBef>
                <a:spcPts val="265"/>
              </a:spcBef>
            </a:pPr>
            <a:r>
              <a:rPr dirty="0" sz="2050" spc="-325">
                <a:solidFill>
                  <a:srgbClr val="C6603F"/>
                </a:solidFill>
                <a:latin typeface="Courier New"/>
                <a:cs typeface="Courier New"/>
              </a:rPr>
              <a:t>••••</a:t>
            </a:r>
            <a:r>
              <a:rPr dirty="0" sz="2000" spc="-325">
                <a:solidFill>
                  <a:srgbClr val="C6603F"/>
                </a:solidFill>
                <a:latin typeface="Arial"/>
                <a:cs typeface="Arial"/>
              </a:rPr>
              <a:t>••</a:t>
            </a:r>
            <a:endParaRPr sz="20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204"/>
              </a:spcBef>
            </a:pPr>
            <a:r>
              <a:rPr dirty="0" sz="2900" spc="-20">
                <a:solidFill>
                  <a:srgbClr val="A1705B"/>
                </a:solidFill>
                <a:latin typeface="Arial"/>
                <a:cs typeface="Arial"/>
              </a:rPr>
              <a:t>..•</a:t>
            </a:r>
            <a:r>
              <a:rPr dirty="0" sz="2900" spc="-20">
                <a:solidFill>
                  <a:srgbClr val="C6603F"/>
                </a:solidFill>
                <a:latin typeface="Arial"/>
                <a:cs typeface="Arial"/>
              </a:rPr>
              <a:t>{</a:t>
            </a:r>
            <a:endParaRPr sz="29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8643971" y="6204677"/>
            <a:ext cx="3730625" cy="4699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u="heavy" sz="2900" spc="-150" b="1">
                <a:solidFill>
                  <a:srgbClr val="647C8A"/>
                </a:solidFill>
                <a:uFill>
                  <a:solidFill>
                    <a:srgbClr val="647C8A"/>
                  </a:solidFill>
                </a:uFill>
                <a:latin typeface="Arial"/>
                <a:cs typeface="Arial"/>
              </a:rPr>
              <a:t>fcj</a:t>
            </a:r>
            <a:r>
              <a:rPr dirty="0" u="heavy" sz="2900" spc="-150" b="1">
                <a:solidFill>
                  <a:srgbClr val="4B677C"/>
                </a:solidFill>
                <a:uFill>
                  <a:solidFill>
                    <a:srgbClr val="647C8A"/>
                  </a:solidFill>
                </a:uFill>
                <a:latin typeface="Arial"/>
                <a:cs typeface="Arial"/>
              </a:rPr>
              <a:t>a</a:t>
            </a:r>
            <a:r>
              <a:rPr dirty="0" u="heavy" sz="2900" spc="-150" b="1">
                <a:solidFill>
                  <a:srgbClr val="214464"/>
                </a:solidFill>
                <a:uFill>
                  <a:solidFill>
                    <a:srgbClr val="647C8A"/>
                  </a:solidFill>
                </a:uFill>
                <a:latin typeface="Arial"/>
                <a:cs typeface="Arial"/>
              </a:rPr>
              <a:t>t</a:t>
            </a:r>
            <a:r>
              <a:rPr dirty="0" u="heavy" sz="2900" spc="-150" b="1">
                <a:solidFill>
                  <a:srgbClr val="28567E"/>
                </a:solidFill>
                <a:uFill>
                  <a:solidFill>
                    <a:srgbClr val="647C8A"/>
                  </a:solidFill>
                </a:uFill>
                <a:latin typeface="Arial"/>
                <a:cs typeface="Arial"/>
              </a:rPr>
              <a:t>a</a:t>
            </a:r>
            <a:r>
              <a:rPr dirty="0" u="heavy" sz="2900" spc="-150" b="1">
                <a:solidFill>
                  <a:srgbClr val="4B677C"/>
                </a:solidFill>
                <a:uFill>
                  <a:solidFill>
                    <a:srgbClr val="647C8A"/>
                  </a:solidFill>
                </a:uFill>
                <a:latin typeface="Arial"/>
                <a:cs typeface="Arial"/>
              </a:rPr>
              <a:t>.</a:t>
            </a:r>
            <a:r>
              <a:rPr dirty="0" u="heavy" sz="2900" spc="-150" b="1">
                <a:solidFill>
                  <a:srgbClr val="28567E"/>
                </a:solidFill>
                <a:uFill>
                  <a:solidFill>
                    <a:srgbClr val="647C8A"/>
                  </a:solidFill>
                </a:uFill>
                <a:latin typeface="Arial"/>
                <a:cs typeface="Arial"/>
              </a:rPr>
              <a:t>CS</a:t>
            </a:r>
            <a:r>
              <a:rPr dirty="0" u="heavy" sz="2900" spc="-150" b="1">
                <a:solidFill>
                  <a:srgbClr val="647C8A"/>
                </a:solidFill>
                <a:uFill>
                  <a:solidFill>
                    <a:srgbClr val="647C8A"/>
                  </a:solidFill>
                </a:uFill>
                <a:latin typeface="Arial"/>
                <a:cs typeface="Arial"/>
              </a:rPr>
              <a:t>�</a:t>
            </a:r>
            <a:r>
              <a:rPr dirty="0" u="heavy" sz="2900" spc="-285" b="1">
                <a:solidFill>
                  <a:srgbClr val="647C8A"/>
                </a:solidFill>
                <a:uFill>
                  <a:solidFill>
                    <a:srgbClr val="647C8A"/>
                  </a:solidFill>
                </a:uFill>
                <a:latin typeface="Arial"/>
                <a:cs typeface="Arial"/>
              </a:rPr>
              <a:t> </a:t>
            </a:r>
            <a:r>
              <a:rPr dirty="0" u="none" sz="1400" spc="1245" b="1">
                <a:solidFill>
                  <a:srgbClr val="2F9334"/>
                </a:solidFill>
                <a:latin typeface="Arial"/>
                <a:cs typeface="Arial"/>
              </a:rPr>
              <a:t>4</a:t>
            </a:r>
            <a:r>
              <a:rPr dirty="0" u="none" sz="2750" spc="1245">
                <a:solidFill>
                  <a:srgbClr val="2F9334"/>
                </a:solidFill>
                <a:latin typeface="Arial"/>
                <a:cs typeface="Arial"/>
              </a:rPr>
              <a:t>◄</a:t>
            </a:r>
            <a:r>
              <a:rPr dirty="0" u="none" sz="1400" spc="1245" b="1">
                <a:solidFill>
                  <a:srgbClr val="2F9334"/>
                </a:solidFill>
                <a:latin typeface="Arial"/>
                <a:cs typeface="Arial"/>
              </a:rPr>
              <a:t>i-</a:t>
            </a:r>
            <a:r>
              <a:rPr dirty="0" u="none" sz="1400" spc="535" b="1">
                <a:solidFill>
                  <a:srgbClr val="2F9334"/>
                </a:solidFill>
                <a:latin typeface="Arial"/>
                <a:cs typeface="Arial"/>
              </a:rPr>
              <a:t>-----</a:t>
            </a:r>
            <a:r>
              <a:rPr dirty="0" u="none" sz="1400" b="1">
                <a:solidFill>
                  <a:srgbClr val="2F9334"/>
                </a:solidFill>
                <a:latin typeface="Arial"/>
                <a:cs typeface="Arial"/>
              </a:rPr>
              <a:t>-</a:t>
            </a:r>
            <a:endParaRPr sz="140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2579336" y="6179144"/>
            <a:ext cx="3275329" cy="9448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50800">
              <a:lnSpc>
                <a:spcPct val="120600"/>
              </a:lnSpc>
              <a:spcBef>
                <a:spcPts val="95"/>
              </a:spcBef>
            </a:pPr>
            <a:r>
              <a:rPr dirty="0" sz="1900" spc="50" b="1">
                <a:solidFill>
                  <a:srgbClr val="B65031"/>
                </a:solidFill>
                <a:latin typeface="Arial"/>
                <a:cs typeface="Arial"/>
              </a:rPr>
              <a:t>Relative</a:t>
            </a:r>
            <a:r>
              <a:rPr dirty="0" sz="1900" spc="-125" b="1">
                <a:solidFill>
                  <a:srgbClr val="B65031"/>
                </a:solidFill>
                <a:latin typeface="Arial"/>
                <a:cs typeface="Arial"/>
              </a:rPr>
              <a:t> </a:t>
            </a:r>
            <a:r>
              <a:rPr dirty="0" sz="1900" spc="85" b="1">
                <a:solidFill>
                  <a:srgbClr val="B65031"/>
                </a:solidFill>
                <a:latin typeface="Arial"/>
                <a:cs typeface="Arial"/>
              </a:rPr>
              <a:t>Path:</a:t>
            </a:r>
            <a:r>
              <a:rPr dirty="0" sz="1900" spc="75" b="1">
                <a:solidFill>
                  <a:srgbClr val="B65031"/>
                </a:solidFill>
                <a:latin typeface="Arial"/>
                <a:cs typeface="Arial"/>
              </a:rPr>
              <a:t> </a:t>
            </a:r>
            <a:r>
              <a:rPr dirty="0" sz="2500" spc="-405">
                <a:solidFill>
                  <a:srgbClr val="A15B42"/>
                </a:solidFill>
                <a:latin typeface="Courier New"/>
                <a:cs typeface="Courier New"/>
              </a:rPr>
              <a:t>./data.csv </a:t>
            </a:r>
            <a:r>
              <a:rPr dirty="0" sz="2500" spc="-360">
                <a:solidFill>
                  <a:srgbClr val="A15B42"/>
                </a:solidFill>
                <a:latin typeface="Courier New"/>
                <a:cs typeface="Courier New"/>
              </a:rPr>
              <a:t>(Portable)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4207687" y="6408935"/>
            <a:ext cx="2299970" cy="7766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  <a:tabLst>
                <a:tab pos="537210" algn="l"/>
              </a:tabLst>
            </a:pPr>
            <a:r>
              <a:rPr dirty="0" sz="2950" spc="-285">
                <a:solidFill>
                  <a:srgbClr val="A1705B"/>
                </a:solidFill>
                <a:latin typeface="Arial"/>
                <a:cs typeface="Arial"/>
              </a:rPr>
              <a:t>:.</a:t>
            </a:r>
            <a:r>
              <a:rPr dirty="0" sz="2950" spc="-844">
                <a:solidFill>
                  <a:srgbClr val="A1705B"/>
                </a:solidFill>
                <a:latin typeface="Arial"/>
                <a:cs typeface="Arial"/>
              </a:rPr>
              <a:t>.</a:t>
            </a:r>
            <a:r>
              <a:rPr dirty="0" baseline="-31746" sz="3675" spc="-427">
                <a:solidFill>
                  <a:srgbClr val="A1705B"/>
                </a:solidFill>
                <a:latin typeface="Arial"/>
                <a:cs typeface="Arial"/>
              </a:rPr>
              <a:t>.</a:t>
            </a:r>
            <a:r>
              <a:rPr dirty="0" baseline="-31746" sz="3675" spc="-412">
                <a:solidFill>
                  <a:srgbClr val="A1705B"/>
                </a:solidFill>
                <a:latin typeface="Arial"/>
                <a:cs typeface="Arial"/>
              </a:rPr>
              <a:t>.</a:t>
            </a:r>
            <a:r>
              <a:rPr dirty="0" baseline="-31746" sz="3675">
                <a:solidFill>
                  <a:srgbClr val="A1705B"/>
                </a:solidFill>
                <a:latin typeface="Arial"/>
                <a:cs typeface="Arial"/>
              </a:rPr>
              <a:t>	</a:t>
            </a:r>
            <a:r>
              <a:rPr dirty="0" sz="2950" spc="-195">
                <a:solidFill>
                  <a:srgbClr val="C6603F"/>
                </a:solidFill>
                <a:latin typeface="Arial"/>
                <a:cs typeface="Arial"/>
              </a:rPr>
              <a:t>·•········•·</a:t>
            </a:r>
            <a:r>
              <a:rPr dirty="0" baseline="-17094" sz="6825" spc="-292">
                <a:solidFill>
                  <a:srgbClr val="B65031"/>
                </a:solidFill>
                <a:latin typeface="Times New Roman"/>
                <a:cs typeface="Times New Roman"/>
              </a:rPr>
              <a:t>.</a:t>
            </a:r>
            <a:r>
              <a:rPr dirty="0" baseline="-17676" sz="6600" spc="-292">
                <a:solidFill>
                  <a:srgbClr val="B65031"/>
                </a:solidFill>
                <a:latin typeface="Arial"/>
                <a:cs typeface="Arial"/>
              </a:rPr>
              <a:t>.</a:t>
            </a:r>
            <a:r>
              <a:rPr dirty="0" baseline="-15873" sz="7350" spc="-292">
                <a:solidFill>
                  <a:srgbClr val="C6603F"/>
                </a:solidFill>
                <a:latin typeface="Arial"/>
                <a:cs typeface="Arial"/>
              </a:rPr>
              <a:t>.</a:t>
            </a:r>
            <a:r>
              <a:rPr dirty="0" baseline="-17094" sz="6825" spc="-292">
                <a:solidFill>
                  <a:srgbClr val="C6603F"/>
                </a:solidFill>
                <a:latin typeface="Times New Roman"/>
                <a:cs typeface="Times New Roman"/>
              </a:rPr>
              <a:t>.</a:t>
            </a:r>
            <a:endParaRPr baseline="-17094" sz="6825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9002176" y="6453617"/>
            <a:ext cx="531495" cy="7226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baseline="-17094" sz="6825" spc="-254">
                <a:solidFill>
                  <a:srgbClr val="C6603F"/>
                </a:solidFill>
                <a:latin typeface="Times New Roman"/>
                <a:cs typeface="Times New Roman"/>
              </a:rPr>
              <a:t>.</a:t>
            </a:r>
            <a:r>
              <a:rPr dirty="0" baseline="-17094" sz="6825" spc="-1372">
                <a:solidFill>
                  <a:srgbClr val="C6603F"/>
                </a:solidFill>
                <a:latin typeface="Times New Roman"/>
                <a:cs typeface="Times New Roman"/>
              </a:rPr>
              <a:t>.</a:t>
            </a:r>
            <a:r>
              <a:rPr dirty="0" sz="2950" spc="-170" b="1">
                <a:solidFill>
                  <a:srgbClr val="DB5631"/>
                </a:solidFill>
                <a:latin typeface="Arial"/>
                <a:cs typeface="Arial"/>
              </a:rPr>
              <a:t>1f</a:t>
            </a:r>
            <a:endParaRPr sz="295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4435414" y="7187670"/>
            <a:ext cx="7810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0">
                <a:solidFill>
                  <a:srgbClr val="A1705B"/>
                </a:solidFill>
                <a:latin typeface="Times New Roman"/>
                <a:cs typeface="Times New Roman"/>
              </a:rPr>
              <a:t>•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6507838" y="7085541"/>
            <a:ext cx="2588895" cy="3625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355850" algn="l"/>
              </a:tabLst>
            </a:pPr>
            <a:r>
              <a:rPr dirty="0" sz="2000" spc="-30">
                <a:solidFill>
                  <a:srgbClr val="C6603F"/>
                </a:solidFill>
                <a:latin typeface="Arial"/>
                <a:cs typeface="Arial"/>
              </a:rPr>
              <a:t>•</a:t>
            </a:r>
            <a:r>
              <a:rPr dirty="0" sz="2200" spc="-30">
                <a:solidFill>
                  <a:srgbClr val="B65031"/>
                </a:solidFill>
                <a:latin typeface="Times New Roman"/>
                <a:cs typeface="Times New Roman"/>
              </a:rPr>
              <a:t>•</a:t>
            </a:r>
            <a:r>
              <a:rPr dirty="0" sz="2200" spc="-285">
                <a:solidFill>
                  <a:srgbClr val="B65031"/>
                </a:solidFill>
                <a:latin typeface="Times New Roman"/>
                <a:cs typeface="Times New Roman"/>
              </a:rPr>
              <a:t> </a:t>
            </a:r>
            <a:r>
              <a:rPr dirty="0" sz="2000" spc="-120">
                <a:solidFill>
                  <a:srgbClr val="C6603F"/>
                </a:solidFill>
                <a:latin typeface="Times New Roman"/>
                <a:cs typeface="Times New Roman"/>
              </a:rPr>
              <a:t>•</a:t>
            </a:r>
            <a:r>
              <a:rPr dirty="0" sz="2000" spc="-175">
                <a:solidFill>
                  <a:srgbClr val="C6603F"/>
                </a:solidFill>
                <a:latin typeface="Times New Roman"/>
                <a:cs typeface="Times New Roman"/>
              </a:rPr>
              <a:t> </a:t>
            </a:r>
            <a:r>
              <a:rPr dirty="0" sz="2000" spc="-120">
                <a:solidFill>
                  <a:srgbClr val="C6603F"/>
                </a:solidFill>
                <a:latin typeface="Arial"/>
                <a:cs typeface="Arial"/>
              </a:rPr>
              <a:t>•</a:t>
            </a:r>
            <a:r>
              <a:rPr dirty="0" sz="2000" spc="-250">
                <a:solidFill>
                  <a:srgbClr val="C6603F"/>
                </a:solidFill>
                <a:latin typeface="Arial"/>
                <a:cs typeface="Arial"/>
              </a:rPr>
              <a:t> </a:t>
            </a:r>
            <a:r>
              <a:rPr dirty="0" sz="2200" spc="70">
                <a:solidFill>
                  <a:srgbClr val="C6603F"/>
                </a:solidFill>
                <a:latin typeface="Times New Roman"/>
                <a:cs typeface="Times New Roman"/>
              </a:rPr>
              <a:t>•</a:t>
            </a:r>
            <a:r>
              <a:rPr dirty="0" sz="2000" spc="70">
                <a:solidFill>
                  <a:srgbClr val="B65031"/>
                </a:solidFill>
                <a:latin typeface="Arial"/>
                <a:cs typeface="Arial"/>
              </a:rPr>
              <a:t>•</a:t>
            </a:r>
            <a:r>
              <a:rPr dirty="0" sz="2000" spc="70">
                <a:solidFill>
                  <a:srgbClr val="C6603F"/>
                </a:solidFill>
                <a:latin typeface="Arial"/>
                <a:cs typeface="Arial"/>
              </a:rPr>
              <a:t>•</a:t>
            </a:r>
            <a:r>
              <a:rPr dirty="0" sz="2000">
                <a:solidFill>
                  <a:srgbClr val="C6603F"/>
                </a:solidFill>
                <a:latin typeface="Arial"/>
                <a:cs typeface="Arial"/>
              </a:rPr>
              <a:t>	</a:t>
            </a:r>
            <a:r>
              <a:rPr dirty="0" sz="2000" spc="95">
                <a:solidFill>
                  <a:srgbClr val="C6603F"/>
                </a:solidFill>
                <a:latin typeface="Arial"/>
                <a:cs typeface="Arial"/>
              </a:rPr>
              <a:t>•</a:t>
            </a:r>
            <a:r>
              <a:rPr dirty="0" sz="2200" spc="95">
                <a:solidFill>
                  <a:srgbClr val="C6603F"/>
                </a:solidFill>
                <a:latin typeface="Times New Roman"/>
                <a:cs typeface="Times New Roman"/>
              </a:rPr>
              <a:t>•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2509210" y="7328098"/>
            <a:ext cx="6193790" cy="3168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4664710" algn="l"/>
              </a:tabLst>
            </a:pPr>
            <a:r>
              <a:rPr dirty="0" sz="1900" b="1">
                <a:solidFill>
                  <a:srgbClr val="B65031"/>
                </a:solidFill>
                <a:latin typeface="Arial"/>
                <a:cs typeface="Arial"/>
              </a:rPr>
              <a:t>Absolute</a:t>
            </a:r>
            <a:r>
              <a:rPr dirty="0" sz="1900" spc="85" b="1">
                <a:solidFill>
                  <a:srgbClr val="B65031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B65031"/>
                </a:solidFill>
                <a:latin typeface="Arial"/>
                <a:cs typeface="Arial"/>
              </a:rPr>
              <a:t>Path:</a:t>
            </a:r>
            <a:r>
              <a:rPr dirty="0" sz="1900" spc="290" b="1">
                <a:solidFill>
                  <a:srgbClr val="B65031"/>
                </a:solidFill>
                <a:latin typeface="Arial"/>
                <a:cs typeface="Arial"/>
              </a:rPr>
              <a:t> </a:t>
            </a:r>
            <a:r>
              <a:rPr dirty="0" sz="1900" spc="-265">
                <a:solidFill>
                  <a:srgbClr val="A1705B"/>
                </a:solidFill>
                <a:latin typeface="Arial"/>
                <a:cs typeface="Arial"/>
              </a:rPr>
              <a:t>-</a:t>
            </a:r>
            <a:r>
              <a:rPr dirty="0" sz="1900" spc="-290">
                <a:solidFill>
                  <a:srgbClr val="A1705B"/>
                </a:solidFill>
                <a:latin typeface="Arial"/>
                <a:cs typeface="Arial"/>
              </a:rPr>
              <a:t>··</a:t>
            </a:r>
            <a:r>
              <a:rPr dirty="0" sz="1900">
                <a:solidFill>
                  <a:srgbClr val="A1705B"/>
                </a:solidFill>
                <a:latin typeface="Arial"/>
                <a:cs typeface="Arial"/>
              </a:rPr>
              <a:t>	</a:t>
            </a:r>
            <a:r>
              <a:rPr dirty="0" sz="1900" spc="-265">
                <a:solidFill>
                  <a:srgbClr val="C6603F"/>
                </a:solidFill>
                <a:latin typeface="Arial"/>
                <a:cs typeface="Arial"/>
              </a:rPr>
              <a:t>•</a:t>
            </a:r>
            <a:r>
              <a:rPr dirty="0" sz="1900" spc="-30">
                <a:solidFill>
                  <a:srgbClr val="C6603F"/>
                </a:solidFill>
                <a:latin typeface="Arial"/>
                <a:cs typeface="Arial"/>
              </a:rPr>
              <a:t> </a:t>
            </a:r>
            <a:r>
              <a:rPr dirty="0" sz="1900" spc="-265">
                <a:solidFill>
                  <a:srgbClr val="C6603F"/>
                </a:solidFill>
                <a:latin typeface="Arial"/>
                <a:cs typeface="Arial"/>
              </a:rPr>
              <a:t>•</a:t>
            </a:r>
            <a:r>
              <a:rPr dirty="0" sz="1900" spc="-30">
                <a:solidFill>
                  <a:srgbClr val="C6603F"/>
                </a:solidFill>
                <a:latin typeface="Arial"/>
                <a:cs typeface="Arial"/>
              </a:rPr>
              <a:t> </a:t>
            </a:r>
            <a:r>
              <a:rPr dirty="0" sz="1900" spc="-265">
                <a:solidFill>
                  <a:srgbClr val="C6603F"/>
                </a:solidFill>
                <a:latin typeface="Arial"/>
                <a:cs typeface="Arial"/>
              </a:rPr>
              <a:t>•</a:t>
            </a:r>
            <a:r>
              <a:rPr dirty="0" sz="1900" spc="-30">
                <a:solidFill>
                  <a:srgbClr val="C6603F"/>
                </a:solidFill>
                <a:latin typeface="Arial"/>
                <a:cs typeface="Arial"/>
              </a:rPr>
              <a:t> </a:t>
            </a:r>
            <a:r>
              <a:rPr dirty="0" sz="1900" spc="-265">
                <a:solidFill>
                  <a:srgbClr val="B65031"/>
                </a:solidFill>
                <a:latin typeface="Arial"/>
                <a:cs typeface="Arial"/>
              </a:rPr>
              <a:t>•</a:t>
            </a:r>
            <a:r>
              <a:rPr dirty="0" sz="1900" spc="-130">
                <a:solidFill>
                  <a:srgbClr val="B65031"/>
                </a:solidFill>
                <a:latin typeface="Arial"/>
                <a:cs typeface="Arial"/>
              </a:rPr>
              <a:t> </a:t>
            </a:r>
            <a:r>
              <a:rPr dirty="0" sz="1900" spc="-265">
                <a:solidFill>
                  <a:srgbClr val="C6603F"/>
                </a:solidFill>
                <a:latin typeface="Arial"/>
                <a:cs typeface="Arial"/>
              </a:rPr>
              <a:t>•</a:t>
            </a:r>
            <a:r>
              <a:rPr dirty="0" sz="1900" spc="-30">
                <a:solidFill>
                  <a:srgbClr val="C6603F"/>
                </a:solidFill>
                <a:latin typeface="Arial"/>
                <a:cs typeface="Arial"/>
              </a:rPr>
              <a:t> </a:t>
            </a:r>
            <a:r>
              <a:rPr dirty="0" sz="1900" spc="-265">
                <a:solidFill>
                  <a:srgbClr val="C6603F"/>
                </a:solidFill>
                <a:latin typeface="Arial"/>
                <a:cs typeface="Arial"/>
              </a:rPr>
              <a:t>•</a:t>
            </a:r>
            <a:r>
              <a:rPr dirty="0" sz="1900" spc="-30">
                <a:solidFill>
                  <a:srgbClr val="C6603F"/>
                </a:solidFill>
                <a:latin typeface="Arial"/>
                <a:cs typeface="Arial"/>
              </a:rPr>
              <a:t> </a:t>
            </a:r>
            <a:r>
              <a:rPr dirty="0" sz="1900" spc="-265">
                <a:solidFill>
                  <a:srgbClr val="B65031"/>
                </a:solidFill>
                <a:latin typeface="Arial"/>
                <a:cs typeface="Arial"/>
              </a:rPr>
              <a:t>•</a:t>
            </a:r>
            <a:r>
              <a:rPr dirty="0" sz="1900" spc="-30">
                <a:solidFill>
                  <a:srgbClr val="B65031"/>
                </a:solidFill>
                <a:latin typeface="Arial"/>
                <a:cs typeface="Arial"/>
              </a:rPr>
              <a:t> </a:t>
            </a:r>
            <a:r>
              <a:rPr dirty="0" sz="1900" spc="-265">
                <a:solidFill>
                  <a:srgbClr val="C6603F"/>
                </a:solidFill>
                <a:latin typeface="Arial"/>
                <a:cs typeface="Arial"/>
              </a:rPr>
              <a:t>•</a:t>
            </a:r>
            <a:r>
              <a:rPr dirty="0" sz="1900" spc="-30">
                <a:solidFill>
                  <a:srgbClr val="C6603F"/>
                </a:solidFill>
                <a:latin typeface="Arial"/>
                <a:cs typeface="Arial"/>
              </a:rPr>
              <a:t> </a:t>
            </a:r>
            <a:r>
              <a:rPr dirty="0" sz="1900" spc="-265">
                <a:solidFill>
                  <a:srgbClr val="C6603F"/>
                </a:solidFill>
                <a:latin typeface="Arial"/>
                <a:cs typeface="Arial"/>
              </a:rPr>
              <a:t>•</a:t>
            </a:r>
            <a:r>
              <a:rPr dirty="0" sz="1900" spc="-30">
                <a:solidFill>
                  <a:srgbClr val="C6603F"/>
                </a:solidFill>
                <a:latin typeface="Arial"/>
                <a:cs typeface="Arial"/>
              </a:rPr>
              <a:t> </a:t>
            </a:r>
            <a:r>
              <a:rPr dirty="0" sz="1900" spc="-265">
                <a:solidFill>
                  <a:srgbClr val="C6603F"/>
                </a:solidFill>
                <a:latin typeface="Arial"/>
                <a:cs typeface="Arial"/>
              </a:rPr>
              <a:t>•</a:t>
            </a:r>
            <a:r>
              <a:rPr dirty="0" sz="1900" spc="-130">
                <a:solidFill>
                  <a:srgbClr val="C6603F"/>
                </a:solidFill>
                <a:latin typeface="Arial"/>
                <a:cs typeface="Arial"/>
              </a:rPr>
              <a:t> </a:t>
            </a:r>
            <a:r>
              <a:rPr dirty="0" sz="1900" spc="-265">
                <a:solidFill>
                  <a:srgbClr val="C6603F"/>
                </a:solidFill>
                <a:latin typeface="Arial"/>
                <a:cs typeface="Arial"/>
              </a:rPr>
              <a:t>•</a:t>
            </a:r>
            <a:r>
              <a:rPr dirty="0" sz="1900" spc="-30">
                <a:solidFill>
                  <a:srgbClr val="C6603F"/>
                </a:solidFill>
                <a:latin typeface="Arial"/>
                <a:cs typeface="Arial"/>
              </a:rPr>
              <a:t> </a:t>
            </a:r>
            <a:r>
              <a:rPr dirty="0" sz="1900" spc="-265">
                <a:solidFill>
                  <a:srgbClr val="C6603F"/>
                </a:solidFill>
                <a:latin typeface="Arial"/>
                <a:cs typeface="Arial"/>
              </a:rPr>
              <a:t>•</a:t>
            </a:r>
            <a:r>
              <a:rPr dirty="0" sz="1900" spc="-30">
                <a:solidFill>
                  <a:srgbClr val="C6603F"/>
                </a:solidFill>
                <a:latin typeface="Arial"/>
                <a:cs typeface="Arial"/>
              </a:rPr>
              <a:t> </a:t>
            </a:r>
            <a:r>
              <a:rPr dirty="0" sz="1900" spc="-265">
                <a:solidFill>
                  <a:srgbClr val="C6603F"/>
                </a:solidFill>
                <a:latin typeface="Arial"/>
                <a:cs typeface="Arial"/>
              </a:rPr>
              <a:t>•</a:t>
            </a:r>
            <a:r>
              <a:rPr dirty="0" sz="1900" spc="-30">
                <a:solidFill>
                  <a:srgbClr val="C6603F"/>
                </a:solidFill>
                <a:latin typeface="Arial"/>
                <a:cs typeface="Arial"/>
              </a:rPr>
              <a:t> </a:t>
            </a:r>
            <a:r>
              <a:rPr dirty="0" sz="1900" spc="-315">
                <a:solidFill>
                  <a:srgbClr val="C6603F"/>
                </a:solidFill>
                <a:latin typeface="Arial"/>
                <a:cs typeface="Arial"/>
              </a:rPr>
              <a:t>•</a:t>
            </a:r>
            <a:endParaRPr sz="190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2502204" y="7532357"/>
            <a:ext cx="7190105" cy="4089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500" spc="-380">
                <a:solidFill>
                  <a:srgbClr val="A15B42"/>
                </a:solidFill>
                <a:latin typeface="Courier New"/>
                <a:cs typeface="Courier New"/>
              </a:rPr>
              <a:t>C:/Users/Student/Documents/your-</a:t>
            </a:r>
            <a:r>
              <a:rPr dirty="0" sz="2500" spc="-390">
                <a:solidFill>
                  <a:srgbClr val="A15B42"/>
                </a:solidFill>
                <a:latin typeface="Courier New"/>
                <a:cs typeface="Courier New"/>
              </a:rPr>
              <a:t>portfolio/data.csv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807361" y="7955264"/>
            <a:ext cx="662940" cy="380365"/>
          </a:xfrm>
          <a:prstGeom prst="rect">
            <a:avLst/>
          </a:prstGeom>
          <a:solidFill>
            <a:srgbClr val="F9F4EB"/>
          </a:solidFill>
        </p:spPr>
        <p:txBody>
          <a:bodyPr wrap="square" lIns="0" tIns="571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r>
              <a:rPr dirty="0" sz="1750" spc="-380">
                <a:solidFill>
                  <a:srgbClr val="B6BFC3"/>
                </a:solidFill>
                <a:latin typeface="Courier New"/>
                <a:cs typeface="Courier New"/>
              </a:rPr>
              <a:t>w�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570640" y="8000883"/>
            <a:ext cx="636905" cy="304165"/>
          </a:xfrm>
          <a:prstGeom prst="rect">
            <a:avLst/>
          </a:prstGeom>
          <a:solidFill>
            <a:srgbClr val="F9F4EB"/>
          </a:solidFill>
        </p:spPr>
        <p:txBody>
          <a:bodyPr wrap="square" lIns="0" tIns="44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dirty="0" sz="1400" spc="-310">
                <a:solidFill>
                  <a:srgbClr val="B6BFC3"/>
                </a:solidFill>
                <a:latin typeface="Courier New"/>
                <a:cs typeface="Courier New"/>
              </a:rPr>
              <a:t>�E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2453486" y="7851510"/>
            <a:ext cx="3856990" cy="4089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500" spc="-350">
                <a:solidFill>
                  <a:srgbClr val="A15B42"/>
                </a:solidFill>
                <a:latin typeface="Courier New"/>
                <a:cs typeface="Courier New"/>
              </a:rPr>
              <a:t>(Breaks</a:t>
            </a:r>
            <a:r>
              <a:rPr dirty="0" sz="2500" spc="-420">
                <a:solidFill>
                  <a:srgbClr val="A15B42"/>
                </a:solidFill>
                <a:latin typeface="Courier New"/>
                <a:cs typeface="Courier New"/>
              </a:rPr>
              <a:t> </a:t>
            </a:r>
            <a:r>
              <a:rPr dirty="0" sz="2500" spc="-365">
                <a:solidFill>
                  <a:srgbClr val="A15B42"/>
                </a:solidFill>
                <a:latin typeface="Courier New"/>
                <a:cs typeface="Courier New"/>
              </a:rPr>
              <a:t>on</a:t>
            </a:r>
            <a:r>
              <a:rPr dirty="0" sz="2500" spc="-575">
                <a:solidFill>
                  <a:srgbClr val="A15B42"/>
                </a:solidFill>
                <a:latin typeface="Courier New"/>
                <a:cs typeface="Courier New"/>
              </a:rPr>
              <a:t> </a:t>
            </a:r>
            <a:r>
              <a:rPr dirty="0" sz="2500" spc="-380">
                <a:solidFill>
                  <a:srgbClr val="A15B42"/>
                </a:solidFill>
                <a:latin typeface="Courier New"/>
                <a:cs typeface="Courier New"/>
              </a:rPr>
              <a:t>other</a:t>
            </a:r>
            <a:r>
              <a:rPr dirty="0" sz="2500" spc="-655">
                <a:solidFill>
                  <a:srgbClr val="A15B42"/>
                </a:solidFill>
                <a:latin typeface="Courier New"/>
                <a:cs typeface="Courier New"/>
              </a:rPr>
              <a:t> </a:t>
            </a:r>
            <a:r>
              <a:rPr dirty="0" sz="2500" spc="-390">
                <a:solidFill>
                  <a:srgbClr val="A15B42"/>
                </a:solidFill>
                <a:latin typeface="Courier New"/>
                <a:cs typeface="Courier New"/>
              </a:rPr>
              <a:t>computers)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14440138" y="5630133"/>
            <a:ext cx="64135" cy="0"/>
          </a:xfrm>
          <a:custGeom>
            <a:avLst/>
            <a:gdLst/>
            <a:ahLst/>
            <a:cxnLst/>
            <a:rect l="l" t="t" r="r" b="b"/>
            <a:pathLst>
              <a:path w="64134" h="0">
                <a:moveTo>
                  <a:pt x="0" y="0"/>
                </a:moveTo>
                <a:lnTo>
                  <a:pt x="63684" y="0"/>
                </a:lnTo>
              </a:path>
            </a:pathLst>
          </a:custGeom>
          <a:ln w="12766">
            <a:solidFill>
              <a:srgbClr val="BD877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 txBox="1"/>
          <p:nvPr/>
        </p:nvSpPr>
        <p:spPr>
          <a:xfrm>
            <a:off x="7448726" y="5151470"/>
            <a:ext cx="7028180" cy="5848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u="heavy" sz="3150" b="1">
                <a:solidFill>
                  <a:srgbClr val="28567E"/>
                </a:solidFill>
                <a:uFill>
                  <a:solidFill>
                    <a:srgbClr val="28567E"/>
                  </a:solidFill>
                </a:uFill>
                <a:latin typeface="Arial"/>
                <a:cs typeface="Arial"/>
              </a:rPr>
              <a:t>your-portfolio</a:t>
            </a:r>
            <a:r>
              <a:rPr dirty="0" u="heavy" sz="3150" spc="-5" b="1">
                <a:solidFill>
                  <a:srgbClr val="28567E"/>
                </a:solidFill>
                <a:uFill>
                  <a:solidFill>
                    <a:srgbClr val="28567E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3050">
                <a:solidFill>
                  <a:srgbClr val="28567E"/>
                </a:solidFill>
                <a:uFill>
                  <a:solidFill>
                    <a:srgbClr val="28567E"/>
                  </a:solidFill>
                </a:uFill>
                <a:latin typeface="Arial"/>
                <a:cs typeface="Arial"/>
              </a:rPr>
              <a:t>(The</a:t>
            </a:r>
            <a:r>
              <a:rPr dirty="0" u="heavy" sz="3050" spc="75">
                <a:solidFill>
                  <a:srgbClr val="28567E"/>
                </a:solidFill>
                <a:uFill>
                  <a:solidFill>
                    <a:srgbClr val="28567E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3050">
                <a:solidFill>
                  <a:srgbClr val="28567E"/>
                </a:solidFill>
                <a:uFill>
                  <a:solidFill>
                    <a:srgbClr val="28567E"/>
                  </a:solidFill>
                </a:uFill>
                <a:latin typeface="Arial"/>
                <a:cs typeface="Arial"/>
              </a:rPr>
              <a:t>Working</a:t>
            </a:r>
            <a:r>
              <a:rPr dirty="0" u="heavy" sz="3050" spc="365">
                <a:solidFill>
                  <a:srgbClr val="28567E"/>
                </a:solidFill>
                <a:uFill>
                  <a:solidFill>
                    <a:srgbClr val="28567E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3050" spc="-10">
                <a:solidFill>
                  <a:srgbClr val="28567E"/>
                </a:solidFill>
                <a:uFill>
                  <a:solidFill>
                    <a:srgbClr val="28567E"/>
                  </a:solidFill>
                </a:uFill>
                <a:latin typeface="Arial"/>
                <a:cs typeface="Arial"/>
              </a:rPr>
              <a:t>Directory)</a:t>
            </a:r>
            <a:r>
              <a:rPr dirty="0" u="none" sz="3650" spc="-10" i="1">
                <a:solidFill>
                  <a:srgbClr val="BD8770"/>
                </a:solidFill>
                <a:latin typeface="Arial"/>
                <a:cs typeface="Arial"/>
              </a:rPr>
              <a:t>l</a:t>
            </a:r>
            <a:endParaRPr sz="3650">
              <a:latin typeface="Arial"/>
              <a:cs typeface="Aria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1479571" y="7411838"/>
            <a:ext cx="89535" cy="191770"/>
          </a:xfrm>
          <a:prstGeom prst="rect">
            <a:avLst/>
          </a:prstGeom>
          <a:solidFill>
            <a:srgbClr val="F9F4EB"/>
          </a:solidFill>
        </p:spPr>
        <p:txBody>
          <a:bodyPr wrap="square" lIns="0" tIns="635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r>
              <a:rPr dirty="0" sz="1100" spc="-675">
                <a:solidFill>
                  <a:srgbClr val="B6BFC3"/>
                </a:solidFill>
                <a:latin typeface="Arial"/>
                <a:cs typeface="Arial"/>
              </a:rPr>
              <a:t>N</a:t>
            </a:r>
            <a:endParaRPr sz="110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10992933" y="7174904"/>
            <a:ext cx="513080" cy="5924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sz="3700" spc="330">
                <a:solidFill>
                  <a:srgbClr val="A15B42"/>
                </a:solidFill>
                <a:latin typeface="Times New Roman"/>
                <a:cs typeface="Times New Roman"/>
              </a:rPr>
              <a:t>I</a:t>
            </a:r>
            <a:r>
              <a:rPr dirty="0" sz="3700" spc="-915">
                <a:solidFill>
                  <a:srgbClr val="A15B42"/>
                </a:solidFill>
                <a:latin typeface="Arial"/>
                <a:cs typeface="Arial"/>
              </a:rPr>
              <a:t>■</a:t>
            </a:r>
            <a:r>
              <a:rPr dirty="0" baseline="41666" sz="1200" spc="487">
                <a:solidFill>
                  <a:srgbClr val="010101"/>
                </a:solidFill>
                <a:latin typeface="Courier New"/>
                <a:cs typeface="Courier New"/>
              </a:rPr>
              <a:t>-</a:t>
            </a:r>
            <a:endParaRPr baseline="41666" sz="1200">
              <a:latin typeface="Courier New"/>
              <a:cs typeface="Courier New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1484494" y="8731367"/>
            <a:ext cx="127635" cy="252729"/>
          </a:xfrm>
          <a:prstGeom prst="rect">
            <a:avLst/>
          </a:prstGeom>
          <a:solidFill>
            <a:srgbClr val="F9F4EB"/>
          </a:solidFill>
        </p:spPr>
        <p:txBody>
          <a:bodyPr wrap="square" lIns="0" tIns="825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5"/>
              </a:spcBef>
            </a:pPr>
            <a:r>
              <a:rPr dirty="0" sz="1450" spc="135">
                <a:solidFill>
                  <a:srgbClr val="B6BFC3"/>
                </a:solidFill>
                <a:latin typeface="Arial"/>
                <a:cs typeface="Arial"/>
              </a:rPr>
              <a:t>s</a:t>
            </a:r>
            <a:endParaRPr sz="1450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11825667" y="7353630"/>
            <a:ext cx="189230" cy="2863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204">
                <a:solidFill>
                  <a:srgbClr val="DB5631"/>
                </a:solidFill>
                <a:latin typeface="Courier New"/>
                <a:cs typeface="Courier New"/>
              </a:rPr>
              <a:t>-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16780281" y="7257884"/>
            <a:ext cx="392430" cy="569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3550" spc="-805" b="1">
                <a:solidFill>
                  <a:srgbClr val="A15B42"/>
                </a:solidFill>
                <a:latin typeface="Arial"/>
                <a:cs typeface="Arial"/>
              </a:rPr>
              <a:t>i</a:t>
            </a:r>
            <a:r>
              <a:rPr dirty="0" baseline="20036" sz="4575" spc="-1935">
                <a:solidFill>
                  <a:srgbClr val="DB5631"/>
                </a:solidFill>
                <a:latin typeface="Arial"/>
                <a:cs typeface="Arial"/>
              </a:rPr>
              <a:t>�</a:t>
            </a:r>
            <a:r>
              <a:rPr dirty="0" sz="3550" spc="-190" b="1">
                <a:solidFill>
                  <a:srgbClr val="A15B42"/>
                </a:solidFill>
                <a:latin typeface="Arial"/>
                <a:cs typeface="Arial"/>
              </a:rPr>
              <a:t>i</a:t>
            </a:r>
            <a:endParaRPr sz="3550">
              <a:latin typeface="Arial"/>
              <a:cs typeface="Arial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11521499" y="7582617"/>
            <a:ext cx="466090" cy="347980"/>
          </a:xfrm>
          <a:custGeom>
            <a:avLst/>
            <a:gdLst/>
            <a:ahLst/>
            <a:cxnLst/>
            <a:rect l="l" t="t" r="r" b="b"/>
            <a:pathLst>
              <a:path w="466090" h="347979">
                <a:moveTo>
                  <a:pt x="465496" y="347372"/>
                </a:moveTo>
                <a:lnTo>
                  <a:pt x="0" y="347372"/>
                </a:lnTo>
                <a:lnTo>
                  <a:pt x="0" y="0"/>
                </a:lnTo>
                <a:lnTo>
                  <a:pt x="465496" y="0"/>
                </a:lnTo>
                <a:lnTo>
                  <a:pt x="465496" y="347372"/>
                </a:lnTo>
                <a:close/>
              </a:path>
            </a:pathLst>
          </a:custGeom>
          <a:solidFill>
            <a:srgbClr val="D154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12058978" y="7582617"/>
            <a:ext cx="838200" cy="347980"/>
          </a:xfrm>
          <a:custGeom>
            <a:avLst/>
            <a:gdLst/>
            <a:ahLst/>
            <a:cxnLst/>
            <a:rect l="l" t="t" r="r" b="b"/>
            <a:pathLst>
              <a:path w="838200" h="347979">
                <a:moveTo>
                  <a:pt x="837709" y="347372"/>
                </a:moveTo>
                <a:lnTo>
                  <a:pt x="0" y="347372"/>
                </a:lnTo>
                <a:lnTo>
                  <a:pt x="0" y="0"/>
                </a:lnTo>
                <a:lnTo>
                  <a:pt x="837709" y="0"/>
                </a:lnTo>
                <a:lnTo>
                  <a:pt x="837709" y="347372"/>
                </a:lnTo>
                <a:close/>
              </a:path>
            </a:pathLst>
          </a:custGeom>
          <a:solidFill>
            <a:srgbClr val="D154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 txBox="1"/>
          <p:nvPr/>
        </p:nvSpPr>
        <p:spPr>
          <a:xfrm>
            <a:off x="11508798" y="7583420"/>
            <a:ext cx="1396365" cy="3168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00" spc="-10" b="1">
                <a:solidFill>
                  <a:srgbClr val="FDE6D6"/>
                </a:solidFill>
                <a:latin typeface="Arial"/>
                <a:cs typeface="Arial"/>
              </a:rPr>
              <a:t>Key</a:t>
            </a:r>
            <a:r>
              <a:rPr dirty="0" sz="1900" spc="-10" b="1">
                <a:solidFill>
                  <a:srgbClr val="DB5631"/>
                </a:solidFill>
                <a:latin typeface="Arial"/>
                <a:cs typeface="Arial"/>
              </a:rPr>
              <a:t>,</a:t>
            </a:r>
            <a:r>
              <a:rPr dirty="0" sz="1900" spc="-10" b="1">
                <a:solidFill>
                  <a:srgbClr val="FDE6D6"/>
                </a:solidFill>
                <a:latin typeface="Arial"/>
                <a:cs typeface="Arial"/>
              </a:rPr>
              <a:t>lnsight</a:t>
            </a:r>
            <a:endParaRPr sz="1900">
              <a:latin typeface="Arial"/>
              <a:cs typeface="Arial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12964515" y="7629786"/>
            <a:ext cx="457834" cy="283845"/>
          </a:xfrm>
          <a:custGeom>
            <a:avLst/>
            <a:gdLst/>
            <a:ahLst/>
            <a:cxnLst/>
            <a:rect l="l" t="t" r="r" b="b"/>
            <a:pathLst>
              <a:path w="457834" h="283845">
                <a:moveTo>
                  <a:pt x="457476" y="283382"/>
                </a:moveTo>
                <a:lnTo>
                  <a:pt x="0" y="283382"/>
                </a:lnTo>
                <a:lnTo>
                  <a:pt x="0" y="0"/>
                </a:lnTo>
                <a:lnTo>
                  <a:pt x="457476" y="0"/>
                </a:lnTo>
                <a:lnTo>
                  <a:pt x="457476" y="283382"/>
                </a:lnTo>
                <a:close/>
              </a:path>
            </a:pathLst>
          </a:custGeom>
          <a:solidFill>
            <a:srgbClr val="D154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 txBox="1"/>
          <p:nvPr/>
        </p:nvSpPr>
        <p:spPr>
          <a:xfrm>
            <a:off x="12951803" y="7628102"/>
            <a:ext cx="575310" cy="2628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50" spc="80" b="1">
                <a:solidFill>
                  <a:srgbClr val="FDE6D6"/>
                </a:solidFill>
                <a:latin typeface="Arial"/>
                <a:cs typeface="Arial"/>
              </a:rPr>
              <a:t>BOX</a:t>
            </a:r>
            <a:r>
              <a:rPr dirty="0" sz="1550" spc="80" b="1">
                <a:solidFill>
                  <a:srgbClr val="DB5631"/>
                </a:solidFill>
                <a:latin typeface="Arial"/>
                <a:cs typeface="Arial"/>
              </a:rPr>
              <a:t>;</a:t>
            </a:r>
            <a:endParaRPr sz="1550">
              <a:latin typeface="Arial"/>
              <a:cs typeface="Arial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11730121" y="7551505"/>
            <a:ext cx="236220" cy="5391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350" spc="-1250">
                <a:solidFill>
                  <a:srgbClr val="DB5631"/>
                </a:solidFill>
                <a:latin typeface="Courier New"/>
                <a:cs typeface="Courier New"/>
              </a:rPr>
              <a:t>-</a:t>
            </a:r>
            <a:endParaRPr sz="3350">
              <a:latin typeface="Courier New"/>
              <a:cs typeface="Courier New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13101967" y="7883425"/>
            <a:ext cx="69215" cy="140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55">
                <a:solidFill>
                  <a:srgbClr val="DB5631"/>
                </a:solidFill>
                <a:latin typeface="Courier New"/>
                <a:cs typeface="Courier New"/>
              </a:rPr>
              <a:t>•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16917048" y="7589804"/>
            <a:ext cx="139065" cy="492759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050" spc="-2105">
                <a:solidFill>
                  <a:srgbClr val="DB5631"/>
                </a:solidFill>
                <a:latin typeface="Arial"/>
                <a:cs typeface="Arial"/>
              </a:rPr>
              <a:t>�</a:t>
            </a:r>
            <a:endParaRPr sz="3050">
              <a:latin typeface="Arial"/>
              <a:cs typeface="Arial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11343869" y="8387619"/>
            <a:ext cx="38735" cy="0"/>
          </a:xfrm>
          <a:custGeom>
            <a:avLst/>
            <a:gdLst/>
            <a:ahLst/>
            <a:cxnLst/>
            <a:rect l="l" t="t" r="r" b="b"/>
            <a:pathLst>
              <a:path w="38734" h="0">
                <a:moveTo>
                  <a:pt x="0" y="0"/>
                </a:moveTo>
                <a:lnTo>
                  <a:pt x="38210" y="0"/>
                </a:lnTo>
              </a:path>
            </a:pathLst>
          </a:custGeom>
          <a:ln w="12766">
            <a:solidFill>
              <a:srgbClr val="879AA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 txBox="1"/>
          <p:nvPr/>
        </p:nvSpPr>
        <p:spPr>
          <a:xfrm>
            <a:off x="11331168" y="7774913"/>
            <a:ext cx="5429885" cy="7454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700" spc="-90">
                <a:solidFill>
                  <a:srgbClr val="879AAA"/>
                </a:solidFill>
                <a:latin typeface="Arial"/>
                <a:cs typeface="Arial"/>
              </a:rPr>
              <a:t>I</a:t>
            </a:r>
            <a:r>
              <a:rPr dirty="0" u="heavy" sz="2400" spc="-90">
                <a:solidFill>
                  <a:srgbClr val="1D1D1A"/>
                </a:solidFill>
                <a:uFill>
                  <a:solidFill>
                    <a:srgbClr val="1D1D1A"/>
                  </a:solidFill>
                </a:uFill>
                <a:latin typeface="Times New Roman"/>
                <a:cs typeface="Times New Roman"/>
              </a:rPr>
              <a:t>The</a:t>
            </a:r>
            <a:r>
              <a:rPr dirty="0" u="heavy" sz="2400" spc="-90">
                <a:solidFill>
                  <a:srgbClr val="8A8A87"/>
                </a:solidFill>
                <a:uFill>
                  <a:solidFill>
                    <a:srgbClr val="1D1D1A"/>
                  </a:solidFill>
                </a:uFill>
                <a:latin typeface="Times New Roman"/>
                <a:cs typeface="Times New Roman"/>
              </a:rPr>
              <a:t>-</a:t>
            </a:r>
            <a:r>
              <a:rPr dirty="0" u="heavy" sz="2400" spc="-80">
                <a:solidFill>
                  <a:srgbClr val="8A8A87"/>
                </a:solidFill>
                <a:uFill>
                  <a:solidFill>
                    <a:srgbClr val="1D1D1A"/>
                  </a:solidFill>
                </a:uFill>
                <a:latin typeface="Times New Roman"/>
                <a:cs typeface="Times New Roman"/>
              </a:rPr>
              <a:t>;-</a:t>
            </a:r>
            <a:r>
              <a:rPr dirty="0" u="heavy" sz="2400" spc="-135">
                <a:solidFill>
                  <a:srgbClr val="1D1D1A"/>
                </a:solidFill>
                <a:uFill>
                  <a:solidFill>
                    <a:srgbClr val="1D1D1A"/>
                  </a:solidFill>
                </a:uFill>
                <a:latin typeface="Times New Roman"/>
                <a:cs typeface="Times New Roman"/>
              </a:rPr>
              <a:t>Working</a:t>
            </a:r>
            <a:r>
              <a:rPr dirty="0" u="none" sz="2400" spc="-210">
                <a:solidFill>
                  <a:srgbClr val="1D1D1A"/>
                </a:solidFill>
                <a:latin typeface="Times New Roman"/>
                <a:cs typeface="Times New Roman"/>
              </a:rPr>
              <a:t> </a:t>
            </a:r>
            <a:r>
              <a:rPr dirty="0" u="none" sz="2400" spc="-20">
                <a:solidFill>
                  <a:srgbClr val="1D1D1A"/>
                </a:solidFill>
                <a:latin typeface="Times New Roman"/>
                <a:cs typeface="Times New Roman"/>
              </a:rPr>
              <a:t>Directory'</a:t>
            </a:r>
            <a:r>
              <a:rPr dirty="0" u="none" sz="2400" spc="40">
                <a:solidFill>
                  <a:srgbClr val="1D1D1A"/>
                </a:solidFill>
                <a:latin typeface="Times New Roman"/>
                <a:cs typeface="Times New Roman"/>
              </a:rPr>
              <a:t> </a:t>
            </a:r>
            <a:r>
              <a:rPr dirty="0" u="none" sz="2400" spc="65">
                <a:solidFill>
                  <a:srgbClr val="1D1D1A"/>
                </a:solidFill>
                <a:latin typeface="Times New Roman"/>
                <a:cs typeface="Times New Roman"/>
              </a:rPr>
              <a:t>is</a:t>
            </a:r>
            <a:r>
              <a:rPr dirty="0" u="none" sz="2400" spc="-290">
                <a:solidFill>
                  <a:srgbClr val="1D1D1A"/>
                </a:solidFill>
                <a:latin typeface="Times New Roman"/>
                <a:cs typeface="Times New Roman"/>
              </a:rPr>
              <a:t> </a:t>
            </a:r>
            <a:r>
              <a:rPr dirty="0" u="none" sz="2400" spc="-10">
                <a:solidFill>
                  <a:srgbClr val="1D1D1A"/>
                </a:solidFill>
                <a:latin typeface="Times New Roman"/>
                <a:cs typeface="Times New Roman"/>
              </a:rPr>
              <a:t>where</a:t>
            </a:r>
            <a:r>
              <a:rPr dirty="0" u="none" sz="2400" spc="-145">
                <a:solidFill>
                  <a:srgbClr val="1D1D1A"/>
                </a:solidFill>
                <a:latin typeface="Times New Roman"/>
                <a:cs typeface="Times New Roman"/>
              </a:rPr>
              <a:t> </a:t>
            </a:r>
            <a:r>
              <a:rPr dirty="0" u="none" sz="2400">
                <a:solidFill>
                  <a:srgbClr val="1D1D1A"/>
                </a:solidFill>
                <a:latin typeface="Times New Roman"/>
                <a:cs typeface="Times New Roman"/>
              </a:rPr>
              <a:t>your</a:t>
            </a:r>
            <a:r>
              <a:rPr dirty="0" u="none" sz="2400" spc="-175">
                <a:solidFill>
                  <a:srgbClr val="1D1D1A"/>
                </a:solidFill>
                <a:latin typeface="Times New Roman"/>
                <a:cs typeface="Times New Roman"/>
              </a:rPr>
              <a:t> </a:t>
            </a:r>
            <a:r>
              <a:rPr dirty="0" u="none" sz="2400" spc="-20">
                <a:solidFill>
                  <a:srgbClr val="1D1D1A"/>
                </a:solidFill>
                <a:latin typeface="Times New Roman"/>
                <a:cs typeface="Times New Roman"/>
              </a:rPr>
              <a:t>code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11517777" y="8387688"/>
            <a:ext cx="4963160" cy="3930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400" spc="65">
                <a:solidFill>
                  <a:srgbClr val="1D1D1A"/>
                </a:solidFill>
                <a:latin typeface="Times New Roman"/>
                <a:cs typeface="Times New Roman"/>
              </a:rPr>
              <a:t>is</a:t>
            </a:r>
            <a:r>
              <a:rPr dirty="0" sz="2400" spc="-180">
                <a:solidFill>
                  <a:srgbClr val="1D1D1A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2D2D2A"/>
                </a:solidFill>
                <a:latin typeface="Times New Roman"/>
                <a:cs typeface="Times New Roman"/>
              </a:rPr>
              <a:t>currently</a:t>
            </a:r>
            <a:r>
              <a:rPr dirty="0" sz="2400" spc="-90">
                <a:solidFill>
                  <a:srgbClr val="2D2D2A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D1D1A"/>
                </a:solidFill>
                <a:latin typeface="Times New Roman"/>
                <a:cs typeface="Times New Roman"/>
              </a:rPr>
              <a:t>standing.</a:t>
            </a:r>
            <a:r>
              <a:rPr dirty="0" sz="2400" spc="-105">
                <a:solidFill>
                  <a:srgbClr val="1D1D1A"/>
                </a:solidFill>
                <a:latin typeface="Times New Roman"/>
                <a:cs typeface="Times New Roman"/>
              </a:rPr>
              <a:t> Always</a:t>
            </a:r>
            <a:r>
              <a:rPr dirty="0" sz="2400" spc="-20">
                <a:solidFill>
                  <a:srgbClr val="1D1D1A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D1D1A"/>
                </a:solidFill>
                <a:latin typeface="Times New Roman"/>
                <a:cs typeface="Times New Roman"/>
              </a:rPr>
              <a:t>use</a:t>
            </a:r>
            <a:r>
              <a:rPr dirty="0" sz="2400" spc="-30">
                <a:solidFill>
                  <a:srgbClr val="1D1D1A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1D1D1A"/>
                </a:solidFill>
                <a:latin typeface="Times New Roman"/>
                <a:cs typeface="Times New Roman"/>
              </a:rPr>
              <a:t>relative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11528170" y="8719608"/>
            <a:ext cx="5236210" cy="3930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400">
                <a:solidFill>
                  <a:srgbClr val="1D1D1A"/>
                </a:solidFill>
                <a:latin typeface="Times New Roman"/>
                <a:cs typeface="Times New Roman"/>
              </a:rPr>
              <a:t>paths</a:t>
            </a:r>
            <a:r>
              <a:rPr dirty="0" sz="2400" spc="-150">
                <a:solidFill>
                  <a:srgbClr val="1D1D1A"/>
                </a:solidFill>
                <a:latin typeface="Times New Roman"/>
                <a:cs typeface="Times New Roman"/>
              </a:rPr>
              <a:t> </a:t>
            </a:r>
            <a:r>
              <a:rPr dirty="0" sz="2400" spc="60">
                <a:solidFill>
                  <a:srgbClr val="1D1D1A"/>
                </a:solidFill>
                <a:latin typeface="Times New Roman"/>
                <a:cs typeface="Times New Roman"/>
              </a:rPr>
              <a:t>so</a:t>
            </a:r>
            <a:r>
              <a:rPr dirty="0" sz="2400" spc="-210">
                <a:solidFill>
                  <a:srgbClr val="1D1D1A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D1D1A"/>
                </a:solidFill>
                <a:latin typeface="Times New Roman"/>
                <a:cs typeface="Times New Roman"/>
              </a:rPr>
              <a:t>your</a:t>
            </a:r>
            <a:r>
              <a:rPr dirty="0" sz="2400" spc="-125">
                <a:solidFill>
                  <a:srgbClr val="1D1D1A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D1D1A"/>
                </a:solidFill>
                <a:latin typeface="Times New Roman"/>
                <a:cs typeface="Times New Roman"/>
              </a:rPr>
              <a:t>code</a:t>
            </a:r>
            <a:r>
              <a:rPr dirty="0" sz="2400" spc="-265">
                <a:solidFill>
                  <a:srgbClr val="1D1D1A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1D1D1A"/>
                </a:solidFill>
                <a:latin typeface="Times New Roman"/>
                <a:cs typeface="Times New Roman"/>
              </a:rPr>
              <a:t>works</a:t>
            </a:r>
            <a:r>
              <a:rPr dirty="0" sz="2400" spc="-75">
                <a:solidFill>
                  <a:srgbClr val="1D1D1A"/>
                </a:solidFill>
                <a:latin typeface="Times New Roman"/>
                <a:cs typeface="Times New Roman"/>
              </a:rPr>
              <a:t> </a:t>
            </a:r>
            <a:r>
              <a:rPr dirty="0" sz="2400" spc="80">
                <a:solidFill>
                  <a:srgbClr val="1D1D1A"/>
                </a:solidFill>
                <a:latin typeface="Times New Roman"/>
                <a:cs typeface="Times New Roman"/>
              </a:rPr>
              <a:t>on</a:t>
            </a:r>
            <a:r>
              <a:rPr dirty="0" sz="2400" spc="-229">
                <a:solidFill>
                  <a:srgbClr val="1D1D1A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D1D1A"/>
                </a:solidFill>
                <a:latin typeface="Times New Roman"/>
                <a:cs typeface="Times New Roman"/>
              </a:rPr>
              <a:t>any</a:t>
            </a:r>
            <a:r>
              <a:rPr dirty="0" sz="2400" spc="-125">
                <a:solidFill>
                  <a:srgbClr val="1D1D1A"/>
                </a:solidFill>
                <a:latin typeface="Times New Roman"/>
                <a:cs typeface="Times New Roman"/>
              </a:rPr>
              <a:t> </a:t>
            </a:r>
            <a:r>
              <a:rPr dirty="0" sz="2400" spc="-75">
                <a:solidFill>
                  <a:srgbClr val="1D1D1A"/>
                </a:solidFill>
                <a:latin typeface="Times New Roman"/>
                <a:cs typeface="Times New Roman"/>
              </a:rPr>
              <a:t>machine</a:t>
            </a:r>
            <a:r>
              <a:rPr dirty="0" sz="2400" spc="-75">
                <a:solidFill>
                  <a:srgbClr val="647C8A"/>
                </a:solidFill>
                <a:latin typeface="Times New Roman"/>
                <a:cs typeface="Times New Roman"/>
              </a:rPr>
              <a:t>�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11166608" y="8962165"/>
            <a:ext cx="6235700" cy="67437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ts val="3445"/>
              </a:lnSpc>
              <a:spcBef>
                <a:spcPts val="114"/>
              </a:spcBef>
            </a:pPr>
            <a:r>
              <a:rPr dirty="0" sz="2900" spc="1995">
                <a:solidFill>
                  <a:srgbClr val="4B677C"/>
                </a:solidFill>
                <a:latin typeface="Arial"/>
                <a:cs typeface="Arial"/>
              </a:rPr>
              <a:t>U::</a:t>
            </a:r>
            <a:r>
              <a:rPr dirty="0" sz="2900" spc="1995">
                <a:solidFill>
                  <a:srgbClr val="214464"/>
                </a:solidFill>
                <a:latin typeface="Arial"/>
                <a:cs typeface="Arial"/>
              </a:rPr>
              <a:t>-</a:t>
            </a:r>
            <a:r>
              <a:rPr dirty="0" sz="2900" spc="1650">
                <a:solidFill>
                  <a:srgbClr val="214464"/>
                </a:solidFill>
                <a:latin typeface="Arial"/>
                <a:cs typeface="Arial"/>
              </a:rPr>
              <a:t>------</a:t>
            </a:r>
            <a:r>
              <a:rPr dirty="0" sz="2900" spc="1639">
                <a:solidFill>
                  <a:srgbClr val="28567E"/>
                </a:solidFill>
                <a:latin typeface="Arial"/>
                <a:cs typeface="Arial"/>
              </a:rPr>
              <a:t>-</a:t>
            </a:r>
            <a:r>
              <a:rPr dirty="0" sz="2900" spc="2275">
                <a:solidFill>
                  <a:srgbClr val="28567E"/>
                </a:solidFill>
                <a:latin typeface="Arial"/>
                <a:cs typeface="Arial"/>
              </a:rPr>
              <a:t>=-</a:t>
            </a:r>
            <a:r>
              <a:rPr dirty="0" sz="2900" spc="1650">
                <a:solidFill>
                  <a:srgbClr val="214464"/>
                </a:solidFill>
                <a:latin typeface="Arial"/>
                <a:cs typeface="Arial"/>
              </a:rPr>
              <a:t>-</a:t>
            </a:r>
            <a:r>
              <a:rPr dirty="0" sz="2900" spc="4880">
                <a:solidFill>
                  <a:srgbClr val="4B677C"/>
                </a:solidFill>
                <a:latin typeface="Arial"/>
                <a:cs typeface="Arial"/>
              </a:rPr>
              <a:t>�</a:t>
            </a:r>
            <a:endParaRPr sz="2900">
              <a:latin typeface="Arial"/>
              <a:cs typeface="Arial"/>
            </a:endParaRPr>
          </a:p>
          <a:p>
            <a:pPr algn="r" marR="5080">
              <a:lnSpc>
                <a:spcPts val="1645"/>
              </a:lnSpc>
            </a:pPr>
            <a:r>
              <a:rPr dirty="0" sz="1400" spc="-80">
                <a:solidFill>
                  <a:srgbClr val="2D2D2A"/>
                </a:solidFill>
                <a:latin typeface="Times New Roman"/>
                <a:cs typeface="Times New Roman"/>
              </a:rPr>
              <a:t>Isl\</a:t>
            </a:r>
            <a:r>
              <a:rPr dirty="0" sz="1400" spc="-5">
                <a:solidFill>
                  <a:srgbClr val="2D2D2A"/>
                </a:solidFill>
                <a:latin typeface="Times New Roman"/>
                <a:cs typeface="Times New Roman"/>
              </a:rPr>
              <a:t> </a:t>
            </a:r>
            <a:r>
              <a:rPr dirty="0" sz="1350" spc="-10">
                <a:solidFill>
                  <a:srgbClr val="1D1D1A"/>
                </a:solidFill>
                <a:latin typeface="Arial"/>
                <a:cs typeface="Arial"/>
              </a:rPr>
              <a:t>NotebookLM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46322" y="3191800"/>
            <a:ext cx="11310620" cy="4008754"/>
            <a:chOff x="1146322" y="3191800"/>
            <a:chExt cx="11310620" cy="400875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6322" y="3191800"/>
              <a:ext cx="11310383" cy="97022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6322" y="4187560"/>
              <a:ext cx="11310383" cy="3012810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7581" y="8630179"/>
            <a:ext cx="687793" cy="66383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456100" y="8528050"/>
            <a:ext cx="993479" cy="74043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20848" y="9447212"/>
            <a:ext cx="891584" cy="178726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91053" y="7787611"/>
            <a:ext cx="0" cy="817244"/>
          </a:xfrm>
          <a:custGeom>
            <a:avLst/>
            <a:gdLst/>
            <a:ahLst/>
            <a:cxnLst/>
            <a:rect l="l" t="t" r="r" b="b"/>
            <a:pathLst>
              <a:path w="0" h="817245">
                <a:moveTo>
                  <a:pt x="0" y="817033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31159" y="230055"/>
            <a:ext cx="0" cy="9166225"/>
          </a:xfrm>
          <a:custGeom>
            <a:avLst/>
            <a:gdLst/>
            <a:ahLst/>
            <a:cxnLst/>
            <a:rect l="l" t="t" r="r" b="b"/>
            <a:pathLst>
              <a:path w="0" h="9166225">
                <a:moveTo>
                  <a:pt x="0" y="9166089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159059" y="8553579"/>
            <a:ext cx="0" cy="842644"/>
          </a:xfrm>
          <a:custGeom>
            <a:avLst/>
            <a:gdLst/>
            <a:ahLst/>
            <a:cxnLst/>
            <a:rect l="l" t="t" r="r" b="b"/>
            <a:pathLst>
              <a:path w="0" h="842645">
                <a:moveTo>
                  <a:pt x="0" y="842565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820772" y="6383335"/>
            <a:ext cx="0" cy="459740"/>
          </a:xfrm>
          <a:custGeom>
            <a:avLst/>
            <a:gdLst/>
            <a:ahLst/>
            <a:cxnLst/>
            <a:rect l="l" t="t" r="r" b="b"/>
            <a:pathLst>
              <a:path w="0" h="459740">
                <a:moveTo>
                  <a:pt x="0" y="459581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6354204" y="8553579"/>
            <a:ext cx="0" cy="817244"/>
          </a:xfrm>
          <a:custGeom>
            <a:avLst/>
            <a:gdLst/>
            <a:ahLst/>
            <a:cxnLst/>
            <a:rect l="l" t="t" r="r" b="b"/>
            <a:pathLst>
              <a:path w="0" h="817245">
                <a:moveTo>
                  <a:pt x="0" y="817033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31159" y="230055"/>
            <a:ext cx="16863695" cy="8336915"/>
          </a:xfrm>
          <a:custGeom>
            <a:avLst/>
            <a:gdLst/>
            <a:ahLst/>
            <a:cxnLst/>
            <a:rect l="l" t="t" r="r" b="b"/>
            <a:pathLst>
              <a:path w="16863695" h="8336915">
                <a:moveTo>
                  <a:pt x="16838207" y="8297992"/>
                </a:moveTo>
                <a:lnTo>
                  <a:pt x="16838207" y="0"/>
                </a:lnTo>
              </a:path>
              <a:path w="16863695" h="8336915">
                <a:moveTo>
                  <a:pt x="0" y="25532"/>
                </a:moveTo>
                <a:lnTo>
                  <a:pt x="16863681" y="25532"/>
                </a:lnTo>
              </a:path>
              <a:path w="16863695" h="8336915">
                <a:moveTo>
                  <a:pt x="5476875" y="2948978"/>
                </a:moveTo>
                <a:lnTo>
                  <a:pt x="8177102" y="2948978"/>
                </a:lnTo>
              </a:path>
              <a:path w="16863695" h="8336915">
                <a:moveTo>
                  <a:pt x="0" y="8336290"/>
                </a:moveTo>
                <a:lnTo>
                  <a:pt x="866110" y="8336290"/>
                </a:lnTo>
              </a:path>
            </a:pathLst>
          </a:custGeom>
          <a:ln w="255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4" name="object 14"/>
          <p:cNvGrpSpPr/>
          <p:nvPr/>
        </p:nvGrpSpPr>
        <p:grpSpPr>
          <a:xfrm>
            <a:off x="318142" y="9335486"/>
            <a:ext cx="15820390" cy="327025"/>
            <a:chOff x="318142" y="9335486"/>
            <a:chExt cx="15820390" cy="327025"/>
          </a:xfrm>
        </p:grpSpPr>
        <p:sp>
          <p:nvSpPr>
            <p:cNvPr id="15" name="object 15"/>
            <p:cNvSpPr/>
            <p:nvPr/>
          </p:nvSpPr>
          <p:spPr>
            <a:xfrm>
              <a:off x="331159" y="9370612"/>
              <a:ext cx="15794355" cy="0"/>
            </a:xfrm>
            <a:custGeom>
              <a:avLst/>
              <a:gdLst/>
              <a:ahLst/>
              <a:cxnLst/>
              <a:rect l="l" t="t" r="r" b="b"/>
              <a:pathLst>
                <a:path w="15794355" h="0">
                  <a:moveTo>
                    <a:pt x="0" y="0"/>
                  </a:moveTo>
                  <a:lnTo>
                    <a:pt x="15793780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5485495" y="9335486"/>
              <a:ext cx="38735" cy="327025"/>
            </a:xfrm>
            <a:custGeom>
              <a:avLst/>
              <a:gdLst/>
              <a:ahLst/>
              <a:cxnLst/>
              <a:rect l="l" t="t" r="r" b="b"/>
              <a:pathLst>
                <a:path w="38734" h="327025">
                  <a:moveTo>
                    <a:pt x="38210" y="326527"/>
                  </a:moveTo>
                  <a:lnTo>
                    <a:pt x="0" y="326527"/>
                  </a:lnTo>
                  <a:lnTo>
                    <a:pt x="0" y="0"/>
                  </a:lnTo>
                  <a:lnTo>
                    <a:pt x="38210" y="0"/>
                  </a:lnTo>
                  <a:lnTo>
                    <a:pt x="38210" y="326527"/>
                  </a:lnTo>
                  <a:close/>
                </a:path>
              </a:pathLst>
            </a:custGeom>
            <a:solidFill>
              <a:srgbClr val="F4F4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5485495" y="9587637"/>
              <a:ext cx="167005" cy="0"/>
            </a:xfrm>
            <a:custGeom>
              <a:avLst/>
              <a:gdLst/>
              <a:ahLst/>
              <a:cxnLst/>
              <a:rect l="l" t="t" r="r" b="b"/>
              <a:pathLst>
                <a:path w="167005" h="0">
                  <a:moveTo>
                    <a:pt x="0" y="0"/>
                  </a:moveTo>
                  <a:lnTo>
                    <a:pt x="166777" y="0"/>
                  </a:lnTo>
                </a:path>
              </a:pathLst>
            </a:custGeom>
            <a:ln w="12766">
              <a:solidFill>
                <a:srgbClr val="8EA1A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890207" y="364166"/>
            <a:ext cx="15680055" cy="799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050" spc="175" b="1">
                <a:solidFill>
                  <a:srgbClr val="0F0F0C"/>
                </a:solidFill>
                <a:latin typeface="Arial"/>
                <a:cs typeface="Arial"/>
              </a:rPr>
              <a:t>The</a:t>
            </a:r>
            <a:r>
              <a:rPr dirty="0" sz="5050" spc="-245" b="1">
                <a:solidFill>
                  <a:srgbClr val="0F0F0C"/>
                </a:solidFill>
                <a:latin typeface="Arial"/>
                <a:cs typeface="Arial"/>
              </a:rPr>
              <a:t> </a:t>
            </a:r>
            <a:r>
              <a:rPr dirty="0" sz="5050" spc="90" b="1">
                <a:solidFill>
                  <a:srgbClr val="0F0F0C"/>
                </a:solidFill>
                <a:latin typeface="Arial"/>
                <a:cs typeface="Arial"/>
              </a:rPr>
              <a:t>Interface:</a:t>
            </a:r>
            <a:r>
              <a:rPr dirty="0" sz="5050" spc="-60" b="1">
                <a:solidFill>
                  <a:srgbClr val="0F0F0C"/>
                </a:solidFill>
                <a:latin typeface="Arial"/>
                <a:cs typeface="Arial"/>
              </a:rPr>
              <a:t> </a:t>
            </a:r>
            <a:r>
              <a:rPr dirty="0" sz="5050" spc="50" b="1">
                <a:solidFill>
                  <a:srgbClr val="0F0F0C"/>
                </a:solidFill>
                <a:latin typeface="Arial"/>
                <a:cs typeface="Arial"/>
              </a:rPr>
              <a:t>Speaking</a:t>
            </a:r>
            <a:r>
              <a:rPr dirty="0" sz="5050" spc="-60" b="1">
                <a:solidFill>
                  <a:srgbClr val="0F0F0C"/>
                </a:solidFill>
                <a:latin typeface="Arial"/>
                <a:cs typeface="Arial"/>
              </a:rPr>
              <a:t> </a:t>
            </a:r>
            <a:r>
              <a:rPr dirty="0" sz="5050" spc="145" b="1">
                <a:solidFill>
                  <a:srgbClr val="0F0F0C"/>
                </a:solidFill>
                <a:latin typeface="Arial"/>
                <a:cs typeface="Arial"/>
              </a:rPr>
              <a:t>the</a:t>
            </a:r>
            <a:r>
              <a:rPr dirty="0" sz="5050" spc="-180" b="1">
                <a:solidFill>
                  <a:srgbClr val="0F0F0C"/>
                </a:solidFill>
                <a:latin typeface="Arial"/>
                <a:cs typeface="Arial"/>
              </a:rPr>
              <a:t> </a:t>
            </a:r>
            <a:r>
              <a:rPr dirty="0" sz="5050" spc="50" b="1">
                <a:solidFill>
                  <a:srgbClr val="0F0F0C"/>
                </a:solidFill>
                <a:latin typeface="Arial"/>
                <a:cs typeface="Arial"/>
              </a:rPr>
              <a:t>Computer's</a:t>
            </a:r>
            <a:r>
              <a:rPr dirty="0" sz="5050" spc="-50" b="1">
                <a:solidFill>
                  <a:srgbClr val="0F0F0C"/>
                </a:solidFill>
                <a:latin typeface="Arial"/>
                <a:cs typeface="Arial"/>
              </a:rPr>
              <a:t> </a:t>
            </a:r>
            <a:r>
              <a:rPr dirty="0" sz="5050" spc="-10" b="1">
                <a:solidFill>
                  <a:srgbClr val="0F0F0C"/>
                </a:solidFill>
                <a:latin typeface="Arial"/>
                <a:cs typeface="Arial"/>
              </a:rPr>
              <a:t>Language</a:t>
            </a:r>
            <a:endParaRPr sz="50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786457" y="2745052"/>
            <a:ext cx="2898775" cy="2863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1800">
                <a:solidFill>
                  <a:srgbClr val="8EA1A8"/>
                </a:solidFill>
                <a:latin typeface="Times New Roman"/>
                <a:cs typeface="Times New Roman"/>
              </a:rPr>
              <a:t>---</a:t>
            </a:r>
            <a:r>
              <a:rPr dirty="0" sz="1700" spc="2865">
                <a:solidFill>
                  <a:srgbClr val="8EA1A8"/>
                </a:solidFill>
                <a:latin typeface="Times New Roman"/>
                <a:cs typeface="Times New Roman"/>
              </a:rPr>
              <a:t>A-</a:t>
            </a:r>
            <a:r>
              <a:rPr dirty="0" sz="1700" spc="1800">
                <a:solidFill>
                  <a:srgbClr val="8EA1A8"/>
                </a:solidFill>
                <a:latin typeface="Times New Roman"/>
                <a:cs typeface="Times New Roman"/>
              </a:rPr>
              <a:t>-</a:t>
            </a:r>
            <a:r>
              <a:rPr dirty="0" sz="1700" spc="3900">
                <a:solidFill>
                  <a:srgbClr val="8EA1A8"/>
                </a:solidFill>
                <a:latin typeface="Times New Roman"/>
                <a:cs typeface="Times New Roman"/>
              </a:rPr>
              <a:t>�</a:t>
            </a:r>
            <a:endParaRPr sz="170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9883288" y="3344055"/>
            <a:ext cx="242570" cy="249554"/>
            <a:chOff x="9883288" y="3344055"/>
            <a:chExt cx="242570" cy="249554"/>
          </a:xfrm>
        </p:grpSpPr>
        <p:sp>
          <p:nvSpPr>
            <p:cNvPr id="21" name="object 21"/>
            <p:cNvSpPr/>
            <p:nvPr/>
          </p:nvSpPr>
          <p:spPr>
            <a:xfrm>
              <a:off x="9883288" y="3536486"/>
              <a:ext cx="242570" cy="0"/>
            </a:xfrm>
            <a:custGeom>
              <a:avLst/>
              <a:gdLst/>
              <a:ahLst/>
              <a:cxnLst/>
              <a:rect l="l" t="t" r="r" b="b"/>
              <a:pathLst>
                <a:path w="242570" h="0">
                  <a:moveTo>
                    <a:pt x="0" y="0"/>
                  </a:moveTo>
                  <a:lnTo>
                    <a:pt x="242001" y="0"/>
                  </a:lnTo>
                </a:path>
              </a:pathLst>
            </a:custGeom>
            <a:ln w="12766">
              <a:solidFill>
                <a:srgbClr val="728C9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9891969" y="3344055"/>
              <a:ext cx="26034" cy="249554"/>
            </a:xfrm>
            <a:custGeom>
              <a:avLst/>
              <a:gdLst/>
              <a:ahLst/>
              <a:cxnLst/>
              <a:rect l="l" t="t" r="r" b="b"/>
              <a:pathLst>
                <a:path w="26034" h="249554">
                  <a:moveTo>
                    <a:pt x="25473" y="249192"/>
                  </a:moveTo>
                  <a:lnTo>
                    <a:pt x="0" y="249192"/>
                  </a:lnTo>
                  <a:lnTo>
                    <a:pt x="0" y="0"/>
                  </a:lnTo>
                  <a:lnTo>
                    <a:pt x="25473" y="0"/>
                  </a:lnTo>
                  <a:lnTo>
                    <a:pt x="25473" y="249192"/>
                  </a:lnTo>
                  <a:close/>
                </a:path>
              </a:pathLst>
            </a:custGeom>
            <a:solidFill>
              <a:srgbClr val="F4F4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9891969" y="3536486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4" h="0">
                  <a:moveTo>
                    <a:pt x="0" y="0"/>
                  </a:moveTo>
                  <a:lnTo>
                    <a:pt x="25473" y="0"/>
                  </a:lnTo>
                </a:path>
              </a:pathLst>
            </a:custGeom>
            <a:ln w="12766">
              <a:solidFill>
                <a:srgbClr val="C3C6C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9870588" y="3338677"/>
            <a:ext cx="354965" cy="247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00" spc="-400">
                <a:solidFill>
                  <a:srgbClr val="728C9E"/>
                </a:solidFill>
                <a:latin typeface="Times New Roman"/>
                <a:cs typeface="Times New Roman"/>
              </a:rPr>
              <a:t>1</a:t>
            </a:r>
            <a:r>
              <a:rPr dirty="0" sz="1450" spc="125">
                <a:solidFill>
                  <a:srgbClr val="C3C6C3"/>
                </a:solidFill>
                <a:latin typeface="Times New Roman"/>
                <a:cs typeface="Times New Roman"/>
              </a:rPr>
              <a:t>I</a:t>
            </a:r>
            <a:r>
              <a:rPr dirty="0" sz="900" spc="-5">
                <a:solidFill>
                  <a:srgbClr val="728C9E"/>
                </a:solidFill>
                <a:latin typeface="Times New Roman"/>
                <a:cs typeface="Times New Roman"/>
              </a:rPr>
              <a:t>+-</a:t>
            </a:r>
            <a:r>
              <a:rPr dirty="0" sz="900" spc="-55">
                <a:solidFill>
                  <a:srgbClr val="728C9E"/>
                </a:solidFill>
                <a:latin typeface="Times New Roman"/>
                <a:cs typeface="Times New Roman"/>
              </a:rPr>
              <a:t>&lt;-</a:t>
            </a:r>
            <a:r>
              <a:rPr dirty="0" sz="900" spc="10">
                <a:solidFill>
                  <a:srgbClr val="728C9E"/>
                </a:solidFill>
                <a:latin typeface="Times New Roman"/>
                <a:cs typeface="Times New Roman"/>
              </a:rPr>
              <a:t>-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0925022" y="3330785"/>
            <a:ext cx="114935" cy="270510"/>
          </a:xfrm>
          <a:custGeom>
            <a:avLst/>
            <a:gdLst/>
            <a:ahLst/>
            <a:cxnLst/>
            <a:rect l="l" t="t" r="r" b="b"/>
            <a:pathLst>
              <a:path w="114934" h="270510">
                <a:moveTo>
                  <a:pt x="114632" y="269952"/>
                </a:moveTo>
                <a:lnTo>
                  <a:pt x="0" y="269952"/>
                </a:lnTo>
                <a:lnTo>
                  <a:pt x="0" y="0"/>
                </a:lnTo>
                <a:lnTo>
                  <a:pt x="114632" y="0"/>
                </a:lnTo>
                <a:lnTo>
                  <a:pt x="114632" y="269952"/>
                </a:lnTo>
                <a:close/>
              </a:path>
            </a:pathLst>
          </a:custGeom>
          <a:solidFill>
            <a:srgbClr val="F4F4E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6" name="object 26"/>
          <p:cNvGrpSpPr/>
          <p:nvPr/>
        </p:nvGrpSpPr>
        <p:grpSpPr>
          <a:xfrm>
            <a:off x="11893097" y="3344055"/>
            <a:ext cx="38735" cy="249554"/>
            <a:chOff x="11893097" y="3344055"/>
            <a:chExt cx="38735" cy="249554"/>
          </a:xfrm>
        </p:grpSpPr>
        <p:sp>
          <p:nvSpPr>
            <p:cNvPr id="27" name="object 27"/>
            <p:cNvSpPr/>
            <p:nvPr/>
          </p:nvSpPr>
          <p:spPr>
            <a:xfrm>
              <a:off x="11893097" y="3344055"/>
              <a:ext cx="38735" cy="249554"/>
            </a:xfrm>
            <a:custGeom>
              <a:avLst/>
              <a:gdLst/>
              <a:ahLst/>
              <a:cxnLst/>
              <a:rect l="l" t="t" r="r" b="b"/>
              <a:pathLst>
                <a:path w="38734" h="249554">
                  <a:moveTo>
                    <a:pt x="38210" y="249192"/>
                  </a:moveTo>
                  <a:lnTo>
                    <a:pt x="0" y="249192"/>
                  </a:lnTo>
                  <a:lnTo>
                    <a:pt x="0" y="0"/>
                  </a:lnTo>
                  <a:lnTo>
                    <a:pt x="38210" y="0"/>
                  </a:lnTo>
                  <a:lnTo>
                    <a:pt x="38210" y="249192"/>
                  </a:lnTo>
                  <a:close/>
                </a:path>
              </a:pathLst>
            </a:custGeom>
            <a:solidFill>
              <a:srgbClr val="F4F4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1893097" y="3536486"/>
              <a:ext cx="38735" cy="0"/>
            </a:xfrm>
            <a:custGeom>
              <a:avLst/>
              <a:gdLst/>
              <a:ahLst/>
              <a:cxnLst/>
              <a:rect l="l" t="t" r="r" b="b"/>
              <a:pathLst>
                <a:path w="38734" h="0">
                  <a:moveTo>
                    <a:pt x="0" y="0"/>
                  </a:moveTo>
                  <a:lnTo>
                    <a:pt x="38210" y="0"/>
                  </a:lnTo>
                </a:path>
              </a:pathLst>
            </a:custGeom>
            <a:ln w="12766">
              <a:solidFill>
                <a:srgbClr val="C3C6C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10912321" y="3325911"/>
            <a:ext cx="1265555" cy="2628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50" spc="210">
                <a:solidFill>
                  <a:srgbClr val="A1AFB8"/>
                </a:solidFill>
                <a:latin typeface="Arial"/>
                <a:cs typeface="Arial"/>
              </a:rPr>
              <a:t>H</a:t>
            </a:r>
            <a:r>
              <a:rPr dirty="0" sz="1550" spc="-190">
                <a:solidFill>
                  <a:srgbClr val="A1AFB8"/>
                </a:solidFill>
                <a:latin typeface="Arial"/>
                <a:cs typeface="Arial"/>
              </a:rPr>
              <a:t> </a:t>
            </a:r>
            <a:r>
              <a:rPr dirty="0" u="heavy" sz="1550" spc="1000">
                <a:solidFill>
                  <a:srgbClr val="728C9E"/>
                </a:solidFill>
                <a:uFill>
                  <a:solidFill>
                    <a:srgbClr val="728C9E"/>
                  </a:solidFill>
                </a:uFill>
                <a:latin typeface="Arial"/>
                <a:cs typeface="Arial"/>
              </a:rPr>
              <a:t>--</a:t>
            </a:r>
            <a:r>
              <a:rPr dirty="0" u="heavy" sz="1350" spc="1525">
                <a:solidFill>
                  <a:srgbClr val="728C9E"/>
                </a:solidFill>
                <a:uFill>
                  <a:solidFill>
                    <a:srgbClr val="728C9E"/>
                  </a:solidFill>
                </a:uFill>
                <a:latin typeface="Arial"/>
                <a:cs typeface="Arial"/>
              </a:rPr>
              <a:t>➔</a:t>
            </a:r>
            <a:r>
              <a:rPr dirty="0" u="none" sz="1450" spc="1525">
                <a:solidFill>
                  <a:srgbClr val="C3C6C3"/>
                </a:solidFill>
                <a:latin typeface="Times New Roman"/>
                <a:cs typeface="Times New Roman"/>
              </a:rPr>
              <a:t>1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124745" y="3562085"/>
            <a:ext cx="3188335" cy="2863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2475">
                <a:solidFill>
                  <a:srgbClr val="8EA1A8"/>
                </a:solidFill>
                <a:latin typeface="Times New Roman"/>
                <a:cs typeface="Times New Roman"/>
              </a:rPr>
              <a:t>---</a:t>
            </a:r>
            <a:r>
              <a:rPr dirty="0" sz="1700" spc="3935">
                <a:solidFill>
                  <a:srgbClr val="8EA1A8"/>
                </a:solidFill>
                <a:latin typeface="Times New Roman"/>
                <a:cs typeface="Times New Roman"/>
              </a:rPr>
              <a:t>A-</a:t>
            </a:r>
            <a:r>
              <a:rPr dirty="0" sz="1700" spc="2475">
                <a:solidFill>
                  <a:srgbClr val="8EA1A8"/>
                </a:solidFill>
                <a:latin typeface="Times New Roman"/>
                <a:cs typeface="Times New Roman"/>
              </a:rPr>
              <a:t>-</a:t>
            </a:r>
            <a:r>
              <a:rPr dirty="0" sz="1700" spc="2425">
                <a:solidFill>
                  <a:srgbClr val="8EA1A8"/>
                </a:solidFill>
                <a:latin typeface="Times New Roman"/>
                <a:cs typeface="Times New Roman"/>
              </a:rPr>
              <a:t>-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58533" y="3830175"/>
            <a:ext cx="290195" cy="9906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300" spc="-1825">
                <a:solidFill>
                  <a:srgbClr val="8EA1A8"/>
                </a:solidFill>
                <a:latin typeface="Arial"/>
                <a:cs typeface="Arial"/>
              </a:rPr>
              <a:t>T</a:t>
            </a:r>
            <a:endParaRPr sz="630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45609" y="4648029"/>
            <a:ext cx="114935" cy="445134"/>
          </a:xfrm>
          <a:custGeom>
            <a:avLst/>
            <a:gdLst/>
            <a:ahLst/>
            <a:cxnLst/>
            <a:rect l="l" t="t" r="r" b="b"/>
            <a:pathLst>
              <a:path w="114934" h="445135">
                <a:moveTo>
                  <a:pt x="114632" y="445079"/>
                </a:moveTo>
                <a:lnTo>
                  <a:pt x="0" y="445079"/>
                </a:lnTo>
                <a:lnTo>
                  <a:pt x="0" y="0"/>
                </a:lnTo>
                <a:lnTo>
                  <a:pt x="114632" y="0"/>
                </a:lnTo>
                <a:lnTo>
                  <a:pt x="114632" y="445079"/>
                </a:lnTo>
                <a:close/>
              </a:path>
            </a:pathLst>
          </a:custGeom>
          <a:solidFill>
            <a:srgbClr val="F4F4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332909" y="4640824"/>
            <a:ext cx="110489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615">
                <a:solidFill>
                  <a:srgbClr val="C3C6C3"/>
                </a:solidFill>
                <a:latin typeface="Courier New"/>
                <a:cs typeface="Courier New"/>
              </a:rPr>
              <a:t>-</a:t>
            </a:r>
            <a:endParaRPr sz="2050">
              <a:latin typeface="Courier New"/>
              <a:cs typeface="Courier New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29707" y="4640824"/>
            <a:ext cx="174625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50">
                <a:solidFill>
                  <a:srgbClr val="8EA1A8"/>
                </a:solidFill>
                <a:latin typeface="Courier New"/>
                <a:cs typeface="Courier New"/>
              </a:rPr>
              <a:t>B</a:t>
            </a:r>
            <a:endParaRPr sz="2050">
              <a:latin typeface="Courier New"/>
              <a:cs typeface="Courier Ne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82761" y="4781252"/>
            <a:ext cx="554355" cy="10750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850" spc="290">
                <a:solidFill>
                  <a:srgbClr val="8EA1A8"/>
                </a:solidFill>
                <a:latin typeface="Arial"/>
                <a:cs typeface="Arial"/>
              </a:rPr>
              <a:t>1</a:t>
            </a:r>
            <a:endParaRPr sz="685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952953" y="4072731"/>
            <a:ext cx="1760855" cy="4089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u="heavy" sz="2500" spc="-380">
                <a:solidFill>
                  <a:srgbClr val="2B2F2F"/>
                </a:solidFill>
                <a:uFill>
                  <a:solidFill>
                    <a:srgbClr val="0F0F0C"/>
                  </a:solidFill>
                </a:uFill>
                <a:latin typeface="Courier New"/>
                <a:cs typeface="Courier New"/>
              </a:rPr>
              <a:t>.;:\P</a:t>
            </a:r>
            <a:r>
              <a:rPr dirty="0" u="heavy" sz="2500" spc="-380">
                <a:solidFill>
                  <a:srgbClr val="0F0F0C"/>
                </a:solidFill>
                <a:uFill>
                  <a:solidFill>
                    <a:srgbClr val="0F0F0C"/>
                  </a:solidFill>
                </a:uFill>
                <a:latin typeface="Courier New"/>
                <a:cs typeface="Courier New"/>
              </a:rPr>
              <a:t>ython39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992120" y="4557844"/>
            <a:ext cx="1938020" cy="4089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u="heavy" sz="2500" spc="-360">
                <a:solidFill>
                  <a:srgbClr val="BD673F"/>
                </a:solidFill>
                <a:uFill>
                  <a:solidFill>
                    <a:srgbClr val="BD673F"/>
                  </a:solidFill>
                </a:uFill>
                <a:latin typeface="Courier New"/>
                <a:cs typeface="Courier New"/>
              </a:rPr>
              <a:t>C:\Quarto\bin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970466" y="5042958"/>
            <a:ext cx="2237105" cy="4089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500" spc="-360">
                <a:solidFill>
                  <a:srgbClr val="2B2F2F"/>
                </a:solidFill>
                <a:latin typeface="Courier New"/>
                <a:cs typeface="Courier New"/>
              </a:rPr>
              <a:t>"::\</a:t>
            </a:r>
            <a:r>
              <a:rPr dirty="0" sz="2500" spc="-360">
                <a:solidFill>
                  <a:srgbClr val="0F0F0C"/>
                </a:solidFill>
                <a:latin typeface="Courier New"/>
                <a:cs typeface="Courier New"/>
              </a:rPr>
              <a:t>Quarto\bi</a:t>
            </a:r>
            <a:r>
              <a:rPr dirty="0" sz="2500" spc="-360">
                <a:solidFill>
                  <a:srgbClr val="2B2F2F"/>
                </a:solidFill>
                <a:latin typeface="Courier New"/>
                <a:cs typeface="Courier New"/>
              </a:rPr>
              <a:t>r.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795335" y="6345105"/>
            <a:ext cx="2038350" cy="4089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u="heavy" sz="2500" spc="40">
                <a:solidFill>
                  <a:srgbClr val="211F1C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dirty="0" u="heavy" sz="2500" spc="-345">
                <a:solidFill>
                  <a:srgbClr val="211F1C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C:\Python39</a:t>
            </a:r>
            <a:r>
              <a:rPr dirty="0" u="heavy" sz="2500" spc="625">
                <a:solidFill>
                  <a:srgbClr val="211F1C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720212" y="6970646"/>
            <a:ext cx="2860040" cy="79311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824865" marR="5080" indent="-812800">
              <a:lnSpc>
                <a:spcPts val="2920"/>
              </a:lnSpc>
              <a:spcBef>
                <a:spcPts val="375"/>
              </a:spcBef>
            </a:pPr>
            <a:r>
              <a:rPr dirty="0" sz="2600" spc="-85" b="1">
                <a:solidFill>
                  <a:srgbClr val="1D527B"/>
                </a:solidFill>
                <a:latin typeface="Arial"/>
                <a:cs typeface="Arial"/>
              </a:rPr>
              <a:t>PATH </a:t>
            </a:r>
            <a:r>
              <a:rPr dirty="0" sz="2550" spc="-10">
                <a:solidFill>
                  <a:srgbClr val="335D7C"/>
                </a:solidFill>
                <a:latin typeface="Arial"/>
                <a:cs typeface="Arial"/>
              </a:rPr>
              <a:t>Environment Variable</a:t>
            </a:r>
            <a:endParaRPr sz="255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0138439" y="6070632"/>
            <a:ext cx="1696720" cy="786765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216535" marR="5080" indent="-204470">
              <a:lnSpc>
                <a:spcPts val="2920"/>
              </a:lnSpc>
              <a:spcBef>
                <a:spcPts val="325"/>
              </a:spcBef>
            </a:pPr>
            <a:r>
              <a:rPr dirty="0" sz="2550" spc="-10">
                <a:solidFill>
                  <a:srgbClr val="0F0F0C"/>
                </a:solidFill>
                <a:latin typeface="Arial"/>
                <a:cs typeface="Arial"/>
              </a:rPr>
              <a:t>Executable Program</a:t>
            </a:r>
            <a:endParaRPr sz="255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2904381" y="1755675"/>
            <a:ext cx="3676015" cy="1585595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marL="20320" marR="5080" indent="-7620">
              <a:lnSpc>
                <a:spcPct val="86200"/>
              </a:lnSpc>
              <a:spcBef>
                <a:spcPts val="585"/>
              </a:spcBef>
            </a:pPr>
            <a:r>
              <a:rPr dirty="0" sz="2850" spc="85">
                <a:solidFill>
                  <a:srgbClr val="0F0F0C"/>
                </a:solidFill>
                <a:latin typeface="Times New Roman"/>
                <a:cs typeface="Times New Roman"/>
              </a:rPr>
              <a:t>The</a:t>
            </a:r>
            <a:r>
              <a:rPr dirty="0" sz="2850" spc="-200">
                <a:solidFill>
                  <a:srgbClr val="0F0F0C"/>
                </a:solidFill>
                <a:latin typeface="Times New Roman"/>
                <a:cs typeface="Times New Roman"/>
              </a:rPr>
              <a:t> </a:t>
            </a:r>
            <a:r>
              <a:rPr dirty="0" sz="2850" spc="85">
                <a:solidFill>
                  <a:srgbClr val="0F0F0C"/>
                </a:solidFill>
                <a:latin typeface="Times New Roman"/>
                <a:cs typeface="Times New Roman"/>
              </a:rPr>
              <a:t>Terminal</a:t>
            </a:r>
            <a:r>
              <a:rPr dirty="0" sz="2850" spc="-165">
                <a:solidFill>
                  <a:srgbClr val="0F0F0C"/>
                </a:solidFill>
                <a:latin typeface="Times New Roman"/>
                <a:cs typeface="Times New Roman"/>
              </a:rPr>
              <a:t> </a:t>
            </a:r>
            <a:r>
              <a:rPr dirty="0" sz="2850" spc="60">
                <a:solidFill>
                  <a:srgbClr val="0F0F0C"/>
                </a:solidFill>
                <a:latin typeface="Times New Roman"/>
                <a:cs typeface="Times New Roman"/>
              </a:rPr>
              <a:t>is</a:t>
            </a:r>
            <a:r>
              <a:rPr dirty="0" sz="2850" spc="-70">
                <a:solidFill>
                  <a:srgbClr val="0F0F0C"/>
                </a:solidFill>
                <a:latin typeface="Times New Roman"/>
                <a:cs typeface="Times New Roman"/>
              </a:rPr>
              <a:t> </a:t>
            </a:r>
            <a:r>
              <a:rPr dirty="0" sz="2850" spc="50">
                <a:solidFill>
                  <a:srgbClr val="0F0F0C"/>
                </a:solidFill>
                <a:latin typeface="Times New Roman"/>
                <a:cs typeface="Times New Roman"/>
              </a:rPr>
              <a:t>not magic.</a:t>
            </a:r>
            <a:r>
              <a:rPr dirty="0" sz="2850" spc="-105">
                <a:solidFill>
                  <a:srgbClr val="0F0F0C"/>
                </a:solidFill>
                <a:latin typeface="Times New Roman"/>
                <a:cs typeface="Times New Roman"/>
              </a:rPr>
              <a:t> </a:t>
            </a:r>
            <a:r>
              <a:rPr dirty="0" sz="2850">
                <a:solidFill>
                  <a:srgbClr val="0F0F0C"/>
                </a:solidFill>
                <a:latin typeface="Times New Roman"/>
                <a:cs typeface="Times New Roman"/>
              </a:rPr>
              <a:t>It</a:t>
            </a:r>
            <a:r>
              <a:rPr dirty="0" sz="2850" spc="10">
                <a:solidFill>
                  <a:srgbClr val="0F0F0C"/>
                </a:solidFill>
                <a:latin typeface="Times New Roman"/>
                <a:cs typeface="Times New Roman"/>
              </a:rPr>
              <a:t> </a:t>
            </a:r>
            <a:r>
              <a:rPr dirty="0" sz="2850">
                <a:solidFill>
                  <a:srgbClr val="0F0F0C"/>
                </a:solidFill>
                <a:latin typeface="Times New Roman"/>
                <a:cs typeface="Times New Roman"/>
              </a:rPr>
              <a:t>is</a:t>
            </a:r>
            <a:r>
              <a:rPr dirty="0" sz="2850" spc="-65">
                <a:solidFill>
                  <a:srgbClr val="0F0F0C"/>
                </a:solidFill>
                <a:latin typeface="Times New Roman"/>
                <a:cs typeface="Times New Roman"/>
              </a:rPr>
              <a:t> </a:t>
            </a:r>
            <a:r>
              <a:rPr dirty="0" sz="2850" spc="50">
                <a:solidFill>
                  <a:srgbClr val="0F0F0C"/>
                </a:solidFill>
                <a:latin typeface="Times New Roman"/>
                <a:cs typeface="Times New Roman"/>
              </a:rPr>
              <a:t>a</a:t>
            </a:r>
            <a:r>
              <a:rPr dirty="0" sz="2850" spc="-10">
                <a:solidFill>
                  <a:srgbClr val="0F0F0C"/>
                </a:solidFill>
                <a:latin typeface="Times New Roman"/>
                <a:cs typeface="Times New Roman"/>
              </a:rPr>
              <a:t> </a:t>
            </a:r>
            <a:r>
              <a:rPr dirty="0" sz="2850" spc="110">
                <a:solidFill>
                  <a:srgbClr val="0F0F0C"/>
                </a:solidFill>
                <a:latin typeface="Times New Roman"/>
                <a:cs typeface="Times New Roman"/>
              </a:rPr>
              <a:t>text-</a:t>
            </a:r>
            <a:r>
              <a:rPr dirty="0" sz="2850" spc="130">
                <a:solidFill>
                  <a:srgbClr val="0F0F0C"/>
                </a:solidFill>
                <a:latin typeface="Times New Roman"/>
                <a:cs typeface="Times New Roman"/>
              </a:rPr>
              <a:t>based </a:t>
            </a:r>
            <a:r>
              <a:rPr dirty="0" sz="2850" spc="95">
                <a:solidFill>
                  <a:srgbClr val="0F0F0C"/>
                </a:solidFill>
                <a:latin typeface="Times New Roman"/>
                <a:cs typeface="Times New Roman"/>
              </a:rPr>
              <a:t>method</a:t>
            </a:r>
            <a:r>
              <a:rPr dirty="0" sz="2850" spc="50">
                <a:solidFill>
                  <a:srgbClr val="0F0F0C"/>
                </a:solidFill>
                <a:latin typeface="Times New Roman"/>
                <a:cs typeface="Times New Roman"/>
              </a:rPr>
              <a:t> </a:t>
            </a:r>
            <a:r>
              <a:rPr dirty="0" sz="2850" spc="75">
                <a:solidFill>
                  <a:srgbClr val="0F0F0C"/>
                </a:solidFill>
                <a:latin typeface="Times New Roman"/>
                <a:cs typeface="Times New Roman"/>
              </a:rPr>
              <a:t>to</a:t>
            </a:r>
            <a:r>
              <a:rPr dirty="0" sz="2850" spc="-45">
                <a:solidFill>
                  <a:srgbClr val="0F0F0C"/>
                </a:solidFill>
                <a:latin typeface="Times New Roman"/>
                <a:cs typeface="Times New Roman"/>
              </a:rPr>
              <a:t> </a:t>
            </a:r>
            <a:r>
              <a:rPr dirty="0" sz="2850" spc="55">
                <a:solidFill>
                  <a:srgbClr val="0F0F0C"/>
                </a:solidFill>
                <a:latin typeface="Times New Roman"/>
                <a:cs typeface="Times New Roman"/>
              </a:rPr>
              <a:t>execute </a:t>
            </a:r>
            <a:r>
              <a:rPr dirty="0" sz="2850" spc="75">
                <a:solidFill>
                  <a:srgbClr val="0F0F0C"/>
                </a:solidFill>
                <a:latin typeface="Times New Roman"/>
                <a:cs typeface="Times New Roman"/>
              </a:rPr>
              <a:t>programs.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2899643" y="3645064"/>
            <a:ext cx="3352165" cy="120269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5240">
              <a:lnSpc>
                <a:spcPts val="3060"/>
              </a:lnSpc>
              <a:spcBef>
                <a:spcPts val="115"/>
              </a:spcBef>
            </a:pPr>
            <a:r>
              <a:rPr dirty="0" sz="2750" spc="-10" b="1">
                <a:solidFill>
                  <a:srgbClr val="0F0F0C"/>
                </a:solidFill>
                <a:latin typeface="Times New Roman"/>
                <a:cs typeface="Times New Roman"/>
              </a:rPr>
              <a:t>ThePATH</a:t>
            </a:r>
            <a:endParaRPr sz="2750">
              <a:latin typeface="Times New Roman"/>
              <a:cs typeface="Times New Roman"/>
            </a:endParaRPr>
          </a:p>
          <a:p>
            <a:pPr marL="15240" marR="5080" indent="-3175">
              <a:lnSpc>
                <a:spcPts val="3020"/>
              </a:lnSpc>
              <a:spcBef>
                <a:spcPts val="190"/>
              </a:spcBef>
            </a:pPr>
            <a:r>
              <a:rPr dirty="0" sz="2850">
                <a:solidFill>
                  <a:srgbClr val="0F0F0C"/>
                </a:solidFill>
                <a:latin typeface="Times New Roman"/>
                <a:cs typeface="Times New Roman"/>
              </a:rPr>
              <a:t>An</a:t>
            </a:r>
            <a:r>
              <a:rPr dirty="0" sz="2850" spc="-275">
                <a:solidFill>
                  <a:srgbClr val="0F0F0C"/>
                </a:solidFill>
                <a:latin typeface="Times New Roman"/>
                <a:cs typeface="Times New Roman"/>
              </a:rPr>
              <a:t> </a:t>
            </a:r>
            <a:r>
              <a:rPr dirty="0" sz="2850" spc="105">
                <a:solidFill>
                  <a:srgbClr val="0F0F0C"/>
                </a:solidFill>
                <a:latin typeface="Times New Roman"/>
                <a:cs typeface="Times New Roman"/>
              </a:rPr>
              <a:t>address</a:t>
            </a:r>
            <a:r>
              <a:rPr dirty="0" sz="2850" spc="-114">
                <a:solidFill>
                  <a:srgbClr val="0F0F0C"/>
                </a:solidFill>
                <a:latin typeface="Times New Roman"/>
                <a:cs typeface="Times New Roman"/>
              </a:rPr>
              <a:t> </a:t>
            </a:r>
            <a:r>
              <a:rPr dirty="0" sz="2850" spc="70">
                <a:solidFill>
                  <a:srgbClr val="0F0F0C"/>
                </a:solidFill>
                <a:latin typeface="Times New Roman"/>
                <a:cs typeface="Times New Roman"/>
              </a:rPr>
              <a:t>book</a:t>
            </a:r>
            <a:r>
              <a:rPr dirty="0" sz="2850" spc="-220">
                <a:solidFill>
                  <a:srgbClr val="0F0F0C"/>
                </a:solidFill>
                <a:latin typeface="Times New Roman"/>
                <a:cs typeface="Times New Roman"/>
              </a:rPr>
              <a:t> </a:t>
            </a:r>
            <a:r>
              <a:rPr dirty="0" sz="2850" spc="45">
                <a:solidFill>
                  <a:srgbClr val="0F0F0C"/>
                </a:solidFill>
                <a:latin typeface="Times New Roman"/>
                <a:cs typeface="Times New Roman"/>
              </a:rPr>
              <a:t>your </a:t>
            </a:r>
            <a:r>
              <a:rPr dirty="0" sz="2850" spc="105">
                <a:solidFill>
                  <a:srgbClr val="211F1C"/>
                </a:solidFill>
                <a:latin typeface="Times New Roman"/>
                <a:cs typeface="Times New Roman"/>
              </a:rPr>
              <a:t>computer</a:t>
            </a:r>
            <a:r>
              <a:rPr dirty="0" sz="2850" spc="75">
                <a:solidFill>
                  <a:srgbClr val="211F1C"/>
                </a:solidFill>
                <a:latin typeface="Times New Roman"/>
                <a:cs typeface="Times New Roman"/>
              </a:rPr>
              <a:t> </a:t>
            </a:r>
            <a:r>
              <a:rPr dirty="0" sz="2850" spc="90">
                <a:solidFill>
                  <a:srgbClr val="0F0F0C"/>
                </a:solidFill>
                <a:latin typeface="Times New Roman"/>
                <a:cs typeface="Times New Roman"/>
              </a:rPr>
              <a:t>uses</a:t>
            </a:r>
            <a:r>
              <a:rPr dirty="0" sz="2850" spc="-225">
                <a:solidFill>
                  <a:srgbClr val="0F0F0C"/>
                </a:solidFill>
                <a:latin typeface="Times New Roman"/>
                <a:cs typeface="Times New Roman"/>
              </a:rPr>
              <a:t> </a:t>
            </a:r>
            <a:r>
              <a:rPr dirty="0" sz="2850" spc="85">
                <a:solidFill>
                  <a:srgbClr val="0F0F0C"/>
                </a:solidFill>
                <a:latin typeface="Times New Roman"/>
                <a:cs typeface="Times New Roman"/>
              </a:rPr>
              <a:t>to</a:t>
            </a:r>
            <a:r>
              <a:rPr dirty="0" sz="2850" spc="-170">
                <a:solidFill>
                  <a:srgbClr val="0F0F0C"/>
                </a:solidFill>
                <a:latin typeface="Times New Roman"/>
                <a:cs typeface="Times New Roman"/>
              </a:rPr>
              <a:t> </a:t>
            </a:r>
            <a:r>
              <a:rPr dirty="0" sz="2850" spc="80">
                <a:solidFill>
                  <a:srgbClr val="0F0F0C"/>
                </a:solidFill>
                <a:latin typeface="Times New Roman"/>
                <a:cs typeface="Times New Roman"/>
              </a:rPr>
              <a:t>find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2916725" y="4755720"/>
            <a:ext cx="3298825" cy="46228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850" spc="85">
                <a:solidFill>
                  <a:srgbClr val="0F0F0C"/>
                </a:solidFill>
                <a:latin typeface="Times New Roman"/>
                <a:cs typeface="Times New Roman"/>
              </a:rPr>
              <a:t>programs.</a:t>
            </a:r>
            <a:r>
              <a:rPr dirty="0" sz="2850" spc="-85">
                <a:solidFill>
                  <a:srgbClr val="0F0F0C"/>
                </a:solidFill>
                <a:latin typeface="Times New Roman"/>
                <a:cs typeface="Times New Roman"/>
              </a:rPr>
              <a:t> </a:t>
            </a:r>
            <a:r>
              <a:rPr dirty="0" sz="2850">
                <a:solidFill>
                  <a:srgbClr val="0F0F0C"/>
                </a:solidFill>
                <a:latin typeface="Times New Roman"/>
                <a:cs typeface="Times New Roman"/>
              </a:rPr>
              <a:t>If</a:t>
            </a:r>
            <a:r>
              <a:rPr dirty="0" sz="2850" spc="-95">
                <a:solidFill>
                  <a:srgbClr val="0F0F0C"/>
                </a:solidFill>
                <a:latin typeface="Times New Roman"/>
                <a:cs typeface="Times New Roman"/>
              </a:rPr>
              <a:t> </a:t>
            </a:r>
            <a:r>
              <a:rPr dirty="0" sz="2850" spc="55">
                <a:solidFill>
                  <a:srgbClr val="0F0F0C"/>
                </a:solidFill>
                <a:latin typeface="Times New Roman"/>
                <a:cs typeface="Times New Roman"/>
              </a:rPr>
              <a:t>you</a:t>
            </a:r>
            <a:r>
              <a:rPr dirty="0" sz="2850" spc="-180">
                <a:solidFill>
                  <a:srgbClr val="0F0F0C"/>
                </a:solidFill>
                <a:latin typeface="Times New Roman"/>
                <a:cs typeface="Times New Roman"/>
              </a:rPr>
              <a:t> </a:t>
            </a:r>
            <a:r>
              <a:rPr dirty="0" sz="2850" spc="85">
                <a:solidFill>
                  <a:srgbClr val="0F0F0C"/>
                </a:solidFill>
                <a:latin typeface="Times New Roman"/>
                <a:cs typeface="Times New Roman"/>
              </a:rPr>
              <a:t>type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2926224" y="5138704"/>
            <a:ext cx="3562350" cy="46228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850" spc="130">
                <a:solidFill>
                  <a:srgbClr val="0F0F0C"/>
                </a:solidFill>
                <a:latin typeface="Times New Roman"/>
                <a:cs typeface="Times New Roman"/>
              </a:rPr>
              <a:t>'quarto'</a:t>
            </a:r>
            <a:r>
              <a:rPr dirty="0" sz="2850" spc="25">
                <a:solidFill>
                  <a:srgbClr val="0F0F0C"/>
                </a:solidFill>
                <a:latin typeface="Times New Roman"/>
                <a:cs typeface="Times New Roman"/>
              </a:rPr>
              <a:t> </a:t>
            </a:r>
            <a:r>
              <a:rPr dirty="0" sz="2850" spc="135">
                <a:solidFill>
                  <a:srgbClr val="0F0F0C"/>
                </a:solidFill>
                <a:latin typeface="Times New Roman"/>
                <a:cs typeface="Times New Roman"/>
              </a:rPr>
              <a:t>and</a:t>
            </a:r>
            <a:r>
              <a:rPr dirty="0" sz="2850" spc="-225">
                <a:solidFill>
                  <a:srgbClr val="0F0F0C"/>
                </a:solidFill>
                <a:latin typeface="Times New Roman"/>
                <a:cs typeface="Times New Roman"/>
              </a:rPr>
              <a:t> </a:t>
            </a:r>
            <a:r>
              <a:rPr dirty="0" sz="2850" spc="75">
                <a:solidFill>
                  <a:srgbClr val="0F0F0C"/>
                </a:solidFill>
                <a:latin typeface="Times New Roman"/>
                <a:cs typeface="Times New Roman"/>
              </a:rPr>
              <a:t>it</a:t>
            </a:r>
            <a:r>
              <a:rPr dirty="0" sz="2850" spc="-70">
                <a:solidFill>
                  <a:srgbClr val="0F0F0C"/>
                </a:solidFill>
                <a:latin typeface="Times New Roman"/>
                <a:cs typeface="Times New Roman"/>
              </a:rPr>
              <a:t> </a:t>
            </a:r>
            <a:r>
              <a:rPr dirty="0" sz="2850" spc="55">
                <a:solidFill>
                  <a:srgbClr val="0F0F0C"/>
                </a:solidFill>
                <a:latin typeface="Times New Roman"/>
                <a:cs typeface="Times New Roman"/>
              </a:rPr>
              <a:t>fails,</a:t>
            </a:r>
            <a:r>
              <a:rPr dirty="0" sz="2850" spc="-85">
                <a:solidFill>
                  <a:srgbClr val="0F0F0C"/>
                </a:solidFill>
                <a:latin typeface="Times New Roman"/>
                <a:cs typeface="Times New Roman"/>
              </a:rPr>
              <a:t> </a:t>
            </a:r>
            <a:r>
              <a:rPr dirty="0" sz="2850" spc="35">
                <a:solidFill>
                  <a:srgbClr val="0F0F0C"/>
                </a:solidFill>
                <a:latin typeface="Times New Roman"/>
                <a:cs typeface="Times New Roman"/>
              </a:rPr>
              <a:t>the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2900279" y="5508923"/>
            <a:ext cx="3660775" cy="845185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12700" marR="5080" indent="1905">
              <a:lnSpc>
                <a:spcPts val="3020"/>
              </a:lnSpc>
              <a:spcBef>
                <a:spcPts val="545"/>
              </a:spcBef>
            </a:pPr>
            <a:r>
              <a:rPr dirty="0" sz="2850" spc="105">
                <a:solidFill>
                  <a:srgbClr val="0F0F0C"/>
                </a:solidFill>
                <a:latin typeface="Times New Roman"/>
                <a:cs typeface="Times New Roman"/>
              </a:rPr>
              <a:t>computer</a:t>
            </a:r>
            <a:r>
              <a:rPr dirty="0" sz="2850" spc="-105">
                <a:solidFill>
                  <a:srgbClr val="0F0F0C"/>
                </a:solidFill>
                <a:latin typeface="Times New Roman"/>
                <a:cs typeface="Times New Roman"/>
              </a:rPr>
              <a:t> </a:t>
            </a:r>
            <a:r>
              <a:rPr dirty="0" sz="2850" spc="150">
                <a:solidFill>
                  <a:srgbClr val="0F0F0C"/>
                </a:solidFill>
                <a:latin typeface="Times New Roman"/>
                <a:cs typeface="Times New Roman"/>
              </a:rPr>
              <a:t>doesn't</a:t>
            </a:r>
            <a:r>
              <a:rPr dirty="0" sz="2850" spc="-70">
                <a:solidFill>
                  <a:srgbClr val="0F0F0C"/>
                </a:solidFill>
                <a:latin typeface="Times New Roman"/>
                <a:cs typeface="Times New Roman"/>
              </a:rPr>
              <a:t> </a:t>
            </a:r>
            <a:r>
              <a:rPr dirty="0" sz="2850" spc="50">
                <a:solidFill>
                  <a:srgbClr val="0F0F0C"/>
                </a:solidFill>
                <a:latin typeface="Times New Roman"/>
                <a:cs typeface="Times New Roman"/>
              </a:rPr>
              <a:t>know </a:t>
            </a:r>
            <a:r>
              <a:rPr dirty="0" sz="2850" spc="90">
                <a:solidFill>
                  <a:srgbClr val="0F0F0C"/>
                </a:solidFill>
                <a:latin typeface="Times New Roman"/>
                <a:cs typeface="Times New Roman"/>
              </a:rPr>
              <a:t>where</a:t>
            </a:r>
            <a:r>
              <a:rPr dirty="0" sz="2850" spc="-55">
                <a:solidFill>
                  <a:srgbClr val="0F0F0C"/>
                </a:solidFill>
                <a:latin typeface="Times New Roman"/>
                <a:cs typeface="Times New Roman"/>
              </a:rPr>
              <a:t> </a:t>
            </a:r>
            <a:r>
              <a:rPr dirty="0" sz="2850" spc="75">
                <a:solidFill>
                  <a:srgbClr val="0F0F0C"/>
                </a:solidFill>
                <a:latin typeface="Times New Roman"/>
                <a:cs typeface="Times New Roman"/>
              </a:rPr>
              <a:t>to</a:t>
            </a:r>
            <a:r>
              <a:rPr dirty="0" sz="2850" spc="-35">
                <a:solidFill>
                  <a:srgbClr val="0F0F0C"/>
                </a:solidFill>
                <a:latin typeface="Times New Roman"/>
                <a:cs typeface="Times New Roman"/>
              </a:rPr>
              <a:t> </a:t>
            </a:r>
            <a:r>
              <a:rPr dirty="0" sz="2850" spc="-10">
                <a:solidFill>
                  <a:srgbClr val="0F0F0C"/>
                </a:solidFill>
                <a:latin typeface="Times New Roman"/>
                <a:cs typeface="Times New Roman"/>
              </a:rPr>
              <a:t>look.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2901256" y="6657875"/>
            <a:ext cx="3305175" cy="4470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750" spc="85" b="1">
                <a:solidFill>
                  <a:srgbClr val="0F0F0C"/>
                </a:solidFill>
                <a:latin typeface="Times New Roman"/>
                <a:cs typeface="Times New Roman"/>
              </a:rPr>
              <a:t>Common</a:t>
            </a:r>
            <a:r>
              <a:rPr dirty="0" sz="2750" spc="-170" b="1">
                <a:solidFill>
                  <a:srgbClr val="0F0F0C"/>
                </a:solidFill>
                <a:latin typeface="Times New Roman"/>
                <a:cs typeface="Times New Roman"/>
              </a:rPr>
              <a:t> </a:t>
            </a:r>
            <a:r>
              <a:rPr dirty="0" sz="2750" spc="-10" b="1">
                <a:solidFill>
                  <a:srgbClr val="0F0F0C"/>
                </a:solidFill>
                <a:latin typeface="Times New Roman"/>
                <a:cs typeface="Times New Roman"/>
              </a:rPr>
              <a:t>Commands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2947307" y="7111073"/>
            <a:ext cx="695960" cy="4394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301625" indent="-288925">
              <a:lnSpc>
                <a:spcPct val="100000"/>
              </a:lnSpc>
              <a:spcBef>
                <a:spcPts val="115"/>
              </a:spcBef>
              <a:buChar char="•"/>
              <a:tabLst>
                <a:tab pos="301625" algn="l"/>
              </a:tabLst>
            </a:pPr>
            <a:r>
              <a:rPr dirty="0" sz="2700" spc="-25">
                <a:solidFill>
                  <a:srgbClr val="0F0F0C"/>
                </a:solidFill>
                <a:latin typeface="Times New Roman"/>
                <a:cs typeface="Times New Roman"/>
              </a:rPr>
              <a:t>"ls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3933881" y="7091924"/>
            <a:ext cx="2552700" cy="46228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345440" algn="l"/>
              </a:tabLst>
            </a:pPr>
            <a:r>
              <a:rPr dirty="0" sz="2700" spc="-50">
                <a:solidFill>
                  <a:srgbClr val="211F1C"/>
                </a:solidFill>
                <a:latin typeface="Times New Roman"/>
                <a:cs typeface="Times New Roman"/>
              </a:rPr>
              <a:t>/</a:t>
            </a:r>
            <a:r>
              <a:rPr dirty="0" sz="2700">
                <a:solidFill>
                  <a:srgbClr val="211F1C"/>
                </a:solidFill>
                <a:latin typeface="Times New Roman"/>
                <a:cs typeface="Times New Roman"/>
              </a:rPr>
              <a:t>	</a:t>
            </a:r>
            <a:r>
              <a:rPr dirty="0" sz="2700" spc="305">
                <a:solidFill>
                  <a:srgbClr val="0F0F0C"/>
                </a:solidFill>
                <a:latin typeface="Times New Roman"/>
                <a:cs typeface="Times New Roman"/>
              </a:rPr>
              <a:t>dir":</a:t>
            </a:r>
            <a:r>
              <a:rPr dirty="0" sz="2700" spc="-180">
                <a:solidFill>
                  <a:srgbClr val="0F0F0C"/>
                </a:solidFill>
                <a:latin typeface="Times New Roman"/>
                <a:cs typeface="Times New Roman"/>
              </a:rPr>
              <a:t> </a:t>
            </a:r>
            <a:r>
              <a:rPr dirty="0" sz="2850">
                <a:solidFill>
                  <a:srgbClr val="0F0F0C"/>
                </a:solidFill>
                <a:latin typeface="Times New Roman"/>
                <a:cs typeface="Times New Roman"/>
              </a:rPr>
              <a:t>List</a:t>
            </a:r>
            <a:r>
              <a:rPr dirty="0" sz="2850" spc="-160">
                <a:solidFill>
                  <a:srgbClr val="0F0F0C"/>
                </a:solidFill>
                <a:latin typeface="Times New Roman"/>
                <a:cs typeface="Times New Roman"/>
              </a:rPr>
              <a:t> </a:t>
            </a:r>
            <a:r>
              <a:rPr dirty="0" sz="2850" spc="70">
                <a:solidFill>
                  <a:srgbClr val="0F0F0C"/>
                </a:solidFill>
                <a:latin typeface="Times New Roman"/>
                <a:cs typeface="Times New Roman"/>
              </a:rPr>
              <a:t>files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3242176" y="7602570"/>
            <a:ext cx="173355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spc="-25">
                <a:solidFill>
                  <a:srgbClr val="0F0F0C"/>
                </a:solidFill>
                <a:latin typeface="Times New Roman"/>
                <a:cs typeface="Times New Roman"/>
              </a:rPr>
              <a:t>11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3764387" y="7602570"/>
            <a:ext cx="198755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spc="75">
                <a:solidFill>
                  <a:srgbClr val="0F0F0C"/>
                </a:solidFill>
                <a:latin typeface="Times New Roman"/>
                <a:cs typeface="Times New Roman"/>
              </a:rPr>
              <a:t>11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2880302" y="7525973"/>
            <a:ext cx="3857625" cy="46228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531495" indent="-518795">
              <a:lnSpc>
                <a:spcPct val="100000"/>
              </a:lnSpc>
              <a:spcBef>
                <a:spcPts val="115"/>
              </a:spcBef>
              <a:buSzPct val="46938"/>
              <a:buFont typeface="Times New Roman"/>
              <a:buChar char="•"/>
              <a:tabLst>
                <a:tab pos="531495" algn="l"/>
                <a:tab pos="1070610" algn="l"/>
              </a:tabLst>
            </a:pPr>
            <a:r>
              <a:rPr dirty="0" sz="2450" spc="-25">
                <a:solidFill>
                  <a:srgbClr val="0F0F0C"/>
                </a:solidFill>
                <a:latin typeface="Arial"/>
                <a:cs typeface="Arial"/>
              </a:rPr>
              <a:t>cd</a:t>
            </a:r>
            <a:r>
              <a:rPr dirty="0" sz="2450">
                <a:solidFill>
                  <a:srgbClr val="0F0F0C"/>
                </a:solidFill>
                <a:latin typeface="Arial"/>
                <a:cs typeface="Arial"/>
              </a:rPr>
              <a:t>	</a:t>
            </a:r>
            <a:r>
              <a:rPr dirty="0" sz="1150" spc="50">
                <a:solidFill>
                  <a:srgbClr val="0F0F0C"/>
                </a:solidFill>
                <a:latin typeface="Times New Roman"/>
                <a:cs typeface="Times New Roman"/>
              </a:rPr>
              <a:t>:</a:t>
            </a:r>
            <a:r>
              <a:rPr dirty="0" sz="1150" spc="110">
                <a:solidFill>
                  <a:srgbClr val="0F0F0C"/>
                </a:solidFill>
                <a:latin typeface="Times New Roman"/>
                <a:cs typeface="Times New Roman"/>
              </a:rPr>
              <a:t>  </a:t>
            </a:r>
            <a:r>
              <a:rPr dirty="0" sz="2850" spc="50">
                <a:solidFill>
                  <a:srgbClr val="0F0F0C"/>
                </a:solidFill>
                <a:latin typeface="Times New Roman"/>
                <a:cs typeface="Times New Roman"/>
              </a:rPr>
              <a:t>Change</a:t>
            </a:r>
            <a:r>
              <a:rPr dirty="0" sz="2850" spc="-135">
                <a:solidFill>
                  <a:srgbClr val="0F0F0C"/>
                </a:solidFill>
                <a:latin typeface="Times New Roman"/>
                <a:cs typeface="Times New Roman"/>
              </a:rPr>
              <a:t> </a:t>
            </a:r>
            <a:r>
              <a:rPr dirty="0" sz="2850" spc="65">
                <a:solidFill>
                  <a:srgbClr val="0F0F0C"/>
                </a:solidFill>
                <a:latin typeface="Times New Roman"/>
                <a:cs typeface="Times New Roman"/>
              </a:rPr>
              <a:t>directory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5588589" y="9371494"/>
            <a:ext cx="160020" cy="2692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80"/>
              </a:lnSpc>
            </a:pPr>
            <a:r>
              <a:rPr dirty="0" sz="1900" spc="-690">
                <a:solidFill>
                  <a:srgbClr val="8EA1A8"/>
                </a:solidFill>
                <a:latin typeface="Times New Roman"/>
                <a:cs typeface="Times New Roman"/>
              </a:rPr>
              <a:t>�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15666581" y="9436544"/>
            <a:ext cx="344170" cy="146685"/>
          </a:xfrm>
          <a:custGeom>
            <a:avLst/>
            <a:gdLst/>
            <a:ahLst/>
            <a:cxnLst/>
            <a:rect l="l" t="t" r="r" b="b"/>
            <a:pathLst>
              <a:path w="344169" h="146684">
                <a:moveTo>
                  <a:pt x="114630" y="0"/>
                </a:moveTo>
                <a:lnTo>
                  <a:pt x="0" y="0"/>
                </a:lnTo>
                <a:lnTo>
                  <a:pt x="0" y="146075"/>
                </a:lnTo>
                <a:lnTo>
                  <a:pt x="114630" y="146075"/>
                </a:lnTo>
                <a:lnTo>
                  <a:pt x="114630" y="0"/>
                </a:lnTo>
                <a:close/>
              </a:path>
              <a:path w="344169" h="146684">
                <a:moveTo>
                  <a:pt x="343903" y="0"/>
                </a:moveTo>
                <a:lnTo>
                  <a:pt x="229260" y="0"/>
                </a:lnTo>
                <a:lnTo>
                  <a:pt x="229260" y="146075"/>
                </a:lnTo>
                <a:lnTo>
                  <a:pt x="343903" y="146075"/>
                </a:lnTo>
                <a:lnTo>
                  <a:pt x="343903" y="0"/>
                </a:lnTo>
                <a:close/>
              </a:path>
            </a:pathLst>
          </a:custGeom>
          <a:solidFill>
            <a:srgbClr val="F4F4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15447390" y="9294084"/>
            <a:ext cx="622300" cy="3168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baseline="-8771" sz="2850">
                <a:solidFill>
                  <a:srgbClr val="C3C6C3"/>
                </a:solidFill>
                <a:latin typeface="Times New Roman"/>
                <a:cs typeface="Times New Roman"/>
              </a:rPr>
              <a:t>1</a:t>
            </a:r>
            <a:r>
              <a:rPr dirty="0" baseline="-8771" sz="2850" spc="52">
                <a:solidFill>
                  <a:srgbClr val="C3C6C3"/>
                </a:solidFill>
                <a:latin typeface="Times New Roman"/>
                <a:cs typeface="Times New Roman"/>
              </a:rPr>
              <a:t> </a:t>
            </a:r>
            <a:r>
              <a:rPr dirty="0" u="heavy" sz="850">
                <a:solidFill>
                  <a:srgbClr val="B5B6B1"/>
                </a:solidFill>
                <a:uFill>
                  <a:solidFill>
                    <a:srgbClr val="B5B6B1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heavy" sz="850" spc="65">
                <a:solidFill>
                  <a:srgbClr val="B5B6B1"/>
                </a:solidFill>
                <a:uFill>
                  <a:solidFill>
                    <a:srgbClr val="B5B6B1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850">
                <a:solidFill>
                  <a:srgbClr val="B5B6B1"/>
                </a:solidFill>
                <a:uFill>
                  <a:solidFill>
                    <a:srgbClr val="B5B6B1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none" sz="850" spc="405">
                <a:solidFill>
                  <a:srgbClr val="B5B6B1"/>
                </a:solidFill>
                <a:latin typeface="Times New Roman"/>
                <a:cs typeface="Times New Roman"/>
              </a:rPr>
              <a:t> </a:t>
            </a:r>
            <a:r>
              <a:rPr dirty="0" u="heavy" sz="850">
                <a:solidFill>
                  <a:srgbClr val="B5B6B1"/>
                </a:solidFill>
                <a:uFill>
                  <a:solidFill>
                    <a:srgbClr val="B5B6B1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heavy" sz="850" spc="65">
                <a:solidFill>
                  <a:srgbClr val="B5B6B1"/>
                </a:solidFill>
                <a:uFill>
                  <a:solidFill>
                    <a:srgbClr val="B5B6B1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850" spc="-50">
                <a:solidFill>
                  <a:srgbClr val="B5B6B1"/>
                </a:solidFill>
                <a:uFill>
                  <a:solidFill>
                    <a:srgbClr val="B5B6B1"/>
                  </a:solidFill>
                </a:uFill>
                <a:latin typeface="Times New Roman"/>
                <a:cs typeface="Times New Roman"/>
              </a:rPr>
              <a:t>1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6158729" y="9396214"/>
            <a:ext cx="125158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10">
                <a:solidFill>
                  <a:srgbClr val="2B2F2F"/>
                </a:solidFill>
                <a:latin typeface="Times New Roman"/>
                <a:cs typeface="Times New Roman"/>
              </a:rPr>
              <a:t>I'S\</a:t>
            </a:r>
            <a:r>
              <a:rPr dirty="0" sz="1400" spc="20">
                <a:solidFill>
                  <a:srgbClr val="2B2F2F"/>
                </a:solidFill>
                <a:latin typeface="Times New Roman"/>
                <a:cs typeface="Times New Roman"/>
              </a:rPr>
              <a:t> </a:t>
            </a:r>
            <a:r>
              <a:rPr dirty="0" sz="1350" spc="-10">
                <a:solidFill>
                  <a:srgbClr val="0F0F0C"/>
                </a:solidFill>
                <a:latin typeface="Arial"/>
                <a:cs typeface="Arial"/>
              </a:rPr>
              <a:t>N</a:t>
            </a:r>
            <a:r>
              <a:rPr dirty="0" sz="1350" spc="-10">
                <a:solidFill>
                  <a:srgbClr val="2B2F2F"/>
                </a:solidFill>
                <a:latin typeface="Arial"/>
                <a:cs typeface="Arial"/>
              </a:rPr>
              <a:t>otebookLM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842" y="1481137"/>
            <a:ext cx="13909040" cy="6996430"/>
            <a:chOff x="152842" y="1481137"/>
            <a:chExt cx="13909040" cy="69964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9688" y="1481137"/>
              <a:ext cx="13271868" cy="531071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842" y="4417350"/>
              <a:ext cx="713267" cy="4059634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7581" y="8630179"/>
            <a:ext cx="687793" cy="66383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379673" y="1021556"/>
            <a:ext cx="993479" cy="421282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67170" y="9217421"/>
            <a:ext cx="866110" cy="20425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725093" y="9217421"/>
            <a:ext cx="738741" cy="20425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635630" y="9217421"/>
            <a:ext cx="917058" cy="20425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20848" y="9421679"/>
            <a:ext cx="891584" cy="20425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91053" y="7787611"/>
            <a:ext cx="0" cy="817244"/>
          </a:xfrm>
          <a:custGeom>
            <a:avLst/>
            <a:gdLst/>
            <a:ahLst/>
            <a:cxnLst/>
            <a:rect l="l" t="t" r="r" b="b"/>
            <a:pathLst>
              <a:path w="0" h="817245">
                <a:moveTo>
                  <a:pt x="0" y="817033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31159" y="8553579"/>
            <a:ext cx="0" cy="842644"/>
          </a:xfrm>
          <a:custGeom>
            <a:avLst/>
            <a:gdLst/>
            <a:ahLst/>
            <a:cxnLst/>
            <a:rect l="l" t="t" r="r" b="b"/>
            <a:pathLst>
              <a:path w="0" h="842645">
                <a:moveTo>
                  <a:pt x="0" y="842565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71266" y="1379008"/>
            <a:ext cx="0" cy="1812925"/>
          </a:xfrm>
          <a:custGeom>
            <a:avLst/>
            <a:gdLst/>
            <a:ahLst/>
            <a:cxnLst/>
            <a:rect l="l" t="t" r="r" b="b"/>
            <a:pathLst>
              <a:path w="0" h="1812925">
                <a:moveTo>
                  <a:pt x="0" y="1812792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49582" y="2732219"/>
            <a:ext cx="0" cy="741045"/>
          </a:xfrm>
          <a:custGeom>
            <a:avLst/>
            <a:gdLst/>
            <a:ahLst/>
            <a:cxnLst/>
            <a:rect l="l" t="t" r="r" b="b"/>
            <a:pathLst>
              <a:path w="0" h="741045">
                <a:moveTo>
                  <a:pt x="0" y="740436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159059" y="8553579"/>
            <a:ext cx="0" cy="842644"/>
          </a:xfrm>
          <a:custGeom>
            <a:avLst/>
            <a:gdLst/>
            <a:ahLst/>
            <a:cxnLst/>
            <a:rect l="l" t="t" r="r" b="b"/>
            <a:pathLst>
              <a:path w="0" h="842645">
                <a:moveTo>
                  <a:pt x="0" y="842565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1233963" y="7481223"/>
            <a:ext cx="0" cy="511175"/>
          </a:xfrm>
          <a:custGeom>
            <a:avLst/>
            <a:gdLst/>
            <a:ahLst/>
            <a:cxnLst/>
            <a:rect l="l" t="t" r="r" b="b"/>
            <a:pathLst>
              <a:path w="0" h="511175">
                <a:moveTo>
                  <a:pt x="0" y="510645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3921452" y="2170508"/>
            <a:ext cx="0" cy="664210"/>
          </a:xfrm>
          <a:custGeom>
            <a:avLst/>
            <a:gdLst/>
            <a:ahLst/>
            <a:cxnLst/>
            <a:rect l="l" t="t" r="r" b="b"/>
            <a:pathLst>
              <a:path w="0" h="664210">
                <a:moveTo>
                  <a:pt x="0" y="663839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6188624" y="7481223"/>
            <a:ext cx="0" cy="511175"/>
          </a:xfrm>
          <a:custGeom>
            <a:avLst/>
            <a:gdLst/>
            <a:ahLst/>
            <a:cxnLst/>
            <a:rect l="l" t="t" r="r" b="b"/>
            <a:pathLst>
              <a:path w="0" h="511175">
                <a:moveTo>
                  <a:pt x="0" y="510645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85898" y="3281163"/>
            <a:ext cx="815340" cy="0"/>
          </a:xfrm>
          <a:custGeom>
            <a:avLst/>
            <a:gdLst/>
            <a:ahLst/>
            <a:cxnLst/>
            <a:rect l="l" t="t" r="r" b="b"/>
            <a:pathLst>
              <a:path w="815340" h="0">
                <a:moveTo>
                  <a:pt x="0" y="0"/>
                </a:moveTo>
                <a:lnTo>
                  <a:pt x="815162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31159" y="8566346"/>
            <a:ext cx="866140" cy="0"/>
          </a:xfrm>
          <a:custGeom>
            <a:avLst/>
            <a:gdLst/>
            <a:ahLst/>
            <a:cxnLst/>
            <a:rect l="l" t="t" r="r" b="b"/>
            <a:pathLst>
              <a:path w="866140" h="0">
                <a:moveTo>
                  <a:pt x="0" y="0"/>
                </a:moveTo>
                <a:lnTo>
                  <a:pt x="866110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31159" y="9370612"/>
            <a:ext cx="1936114" cy="0"/>
          </a:xfrm>
          <a:custGeom>
            <a:avLst/>
            <a:gdLst/>
            <a:ahLst/>
            <a:cxnLst/>
            <a:rect l="l" t="t" r="r" b="b"/>
            <a:pathLst>
              <a:path w="1936114" h="0">
                <a:moveTo>
                  <a:pt x="0" y="0"/>
                </a:moveTo>
                <a:lnTo>
                  <a:pt x="1936011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29206" y="1296856"/>
            <a:ext cx="178435" cy="189230"/>
          </a:xfrm>
          <a:custGeom>
            <a:avLst/>
            <a:gdLst/>
            <a:ahLst/>
            <a:cxnLst/>
            <a:rect l="l" t="t" r="r" b="b"/>
            <a:pathLst>
              <a:path w="178434" h="189230">
                <a:moveTo>
                  <a:pt x="178316" y="189042"/>
                </a:moveTo>
                <a:lnTo>
                  <a:pt x="0" y="189042"/>
                </a:lnTo>
                <a:lnTo>
                  <a:pt x="0" y="0"/>
                </a:lnTo>
                <a:lnTo>
                  <a:pt x="178316" y="0"/>
                </a:lnTo>
                <a:lnTo>
                  <a:pt x="178316" y="189042"/>
                </a:lnTo>
                <a:close/>
              </a:path>
            </a:pathLst>
          </a:custGeom>
          <a:solidFill>
            <a:srgbClr val="F4F4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516506" y="1289711"/>
            <a:ext cx="152400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10">
                <a:solidFill>
                  <a:srgbClr val="C3C6C3"/>
                </a:solidFill>
                <a:latin typeface="Times New Roman"/>
                <a:cs typeface="Times New Roman"/>
              </a:rPr>
              <a:t>-</a:t>
            </a:r>
            <a:r>
              <a:rPr dirty="0" sz="1100" spc="-50">
                <a:solidFill>
                  <a:srgbClr val="C3C6C3"/>
                </a:solidFill>
                <a:latin typeface="Times New Roman"/>
                <a:cs typeface="Times New Roman"/>
              </a:rPr>
              <a:t>+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437614" y="351399"/>
            <a:ext cx="14585315" cy="8147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150" spc="210" b="1">
                <a:solidFill>
                  <a:srgbClr val="110F0C"/>
                </a:solidFill>
                <a:latin typeface="Arial"/>
                <a:cs typeface="Arial"/>
              </a:rPr>
              <a:t>The</a:t>
            </a:r>
            <a:r>
              <a:rPr dirty="0" sz="5150" spc="-220" b="1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dirty="0" sz="5150" spc="75" b="1">
                <a:solidFill>
                  <a:srgbClr val="110F0C"/>
                </a:solidFill>
                <a:latin typeface="Arial"/>
                <a:cs typeface="Arial"/>
              </a:rPr>
              <a:t>Quarantine:</a:t>
            </a:r>
            <a:r>
              <a:rPr dirty="0" sz="5150" spc="-229" b="1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dirty="0" sz="5150" spc="110" b="1">
                <a:solidFill>
                  <a:srgbClr val="110F0C"/>
                </a:solidFill>
                <a:latin typeface="Arial"/>
                <a:cs typeface="Arial"/>
              </a:rPr>
              <a:t>Python</a:t>
            </a:r>
            <a:r>
              <a:rPr dirty="0" sz="5150" spc="40" b="1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dirty="0" sz="5150" spc="130" b="1">
                <a:solidFill>
                  <a:srgbClr val="110F0C"/>
                </a:solidFill>
                <a:latin typeface="Arial"/>
                <a:cs typeface="Arial"/>
              </a:rPr>
              <a:t>Virtual</a:t>
            </a:r>
            <a:r>
              <a:rPr dirty="0" sz="5150" spc="-245" b="1">
                <a:solidFill>
                  <a:srgbClr val="110F0C"/>
                </a:solidFill>
                <a:latin typeface="Arial"/>
                <a:cs typeface="Arial"/>
              </a:rPr>
              <a:t> </a:t>
            </a:r>
            <a:r>
              <a:rPr dirty="0" sz="5150" spc="-10" b="1">
                <a:solidFill>
                  <a:srgbClr val="110F0C"/>
                </a:solidFill>
                <a:latin typeface="Arial"/>
                <a:cs typeface="Arial"/>
              </a:rPr>
              <a:t>Environments</a:t>
            </a:r>
            <a:endParaRPr sz="515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3882541" y="1118439"/>
            <a:ext cx="127635" cy="616585"/>
          </a:xfrm>
          <a:custGeom>
            <a:avLst/>
            <a:gdLst/>
            <a:ahLst/>
            <a:cxnLst/>
            <a:rect l="l" t="t" r="r" b="b"/>
            <a:pathLst>
              <a:path w="127634" h="616585">
                <a:moveTo>
                  <a:pt x="127369" y="616128"/>
                </a:moveTo>
                <a:lnTo>
                  <a:pt x="0" y="616128"/>
                </a:lnTo>
                <a:lnTo>
                  <a:pt x="0" y="0"/>
                </a:lnTo>
                <a:lnTo>
                  <a:pt x="127369" y="0"/>
                </a:lnTo>
                <a:lnTo>
                  <a:pt x="127369" y="616128"/>
                </a:lnTo>
                <a:close/>
              </a:path>
            </a:pathLst>
          </a:custGeom>
          <a:solidFill>
            <a:srgbClr val="F4F4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13869835" y="1104602"/>
            <a:ext cx="156210" cy="5848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650" spc="-50" i="1">
                <a:solidFill>
                  <a:srgbClr val="C3C6C3"/>
                </a:solidFill>
                <a:latin typeface="Arial"/>
                <a:cs typeface="Arial"/>
              </a:rPr>
              <a:t>t</a:t>
            </a:r>
            <a:endParaRPr sz="365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480055" y="1494984"/>
            <a:ext cx="89535" cy="182880"/>
          </a:xfrm>
          <a:custGeom>
            <a:avLst/>
            <a:gdLst/>
            <a:ahLst/>
            <a:cxnLst/>
            <a:rect l="l" t="t" r="r" b="b"/>
            <a:pathLst>
              <a:path w="89534" h="182880">
                <a:moveTo>
                  <a:pt x="89158" y="182871"/>
                </a:moveTo>
                <a:lnTo>
                  <a:pt x="0" y="182871"/>
                </a:lnTo>
                <a:lnTo>
                  <a:pt x="0" y="0"/>
                </a:lnTo>
                <a:lnTo>
                  <a:pt x="89158" y="0"/>
                </a:lnTo>
                <a:lnTo>
                  <a:pt x="89158" y="182871"/>
                </a:lnTo>
                <a:close/>
              </a:path>
            </a:pathLst>
          </a:custGeom>
          <a:solidFill>
            <a:srgbClr val="F4F4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1467355" y="1487586"/>
            <a:ext cx="123189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50">
                <a:solidFill>
                  <a:srgbClr val="B1B3AC"/>
                </a:solidFill>
                <a:latin typeface="Arial"/>
                <a:cs typeface="Arial"/>
              </a:rPr>
              <a:t>N</a:t>
            </a:r>
            <a:endParaRPr sz="105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5594218" y="1296929"/>
            <a:ext cx="102235" cy="403860"/>
          </a:xfrm>
          <a:custGeom>
            <a:avLst/>
            <a:gdLst/>
            <a:ahLst/>
            <a:cxnLst/>
            <a:rect l="l" t="t" r="r" b="b"/>
            <a:pathLst>
              <a:path w="102234" h="403860">
                <a:moveTo>
                  <a:pt x="101895" y="403863"/>
                </a:moveTo>
                <a:lnTo>
                  <a:pt x="0" y="403863"/>
                </a:lnTo>
                <a:lnTo>
                  <a:pt x="0" y="0"/>
                </a:lnTo>
                <a:lnTo>
                  <a:pt x="101895" y="0"/>
                </a:lnTo>
                <a:lnTo>
                  <a:pt x="101895" y="403863"/>
                </a:lnTo>
                <a:close/>
              </a:path>
            </a:pathLst>
          </a:custGeom>
          <a:solidFill>
            <a:srgbClr val="F4F4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15637616" y="1341461"/>
            <a:ext cx="92075" cy="3327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575"/>
              </a:lnSpc>
            </a:pPr>
            <a:r>
              <a:rPr dirty="0" sz="2350" spc="-285">
                <a:solidFill>
                  <a:srgbClr val="C3C6C3"/>
                </a:solidFill>
                <a:latin typeface="Times New Roman"/>
                <a:cs typeface="Times New Roman"/>
              </a:rPr>
              <a:t>t.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5640287" y="1368186"/>
            <a:ext cx="293370" cy="1254125"/>
          </a:xfrm>
          <a:custGeom>
            <a:avLst/>
            <a:gdLst/>
            <a:ahLst/>
            <a:cxnLst/>
            <a:rect l="l" t="t" r="r" b="b"/>
            <a:pathLst>
              <a:path w="293369" h="1254125">
                <a:moveTo>
                  <a:pt x="292949" y="1253974"/>
                </a:moveTo>
                <a:lnTo>
                  <a:pt x="0" y="1253974"/>
                </a:lnTo>
                <a:lnTo>
                  <a:pt x="0" y="0"/>
                </a:lnTo>
                <a:lnTo>
                  <a:pt x="292949" y="0"/>
                </a:lnTo>
                <a:lnTo>
                  <a:pt x="292949" y="1253974"/>
                </a:lnTo>
                <a:close/>
              </a:path>
            </a:pathLst>
          </a:custGeom>
          <a:solidFill>
            <a:srgbClr val="F4F4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15581515" y="1296095"/>
            <a:ext cx="219710" cy="12242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1800"/>
              </a:lnSpc>
              <a:spcBef>
                <a:spcPts val="110"/>
              </a:spcBef>
            </a:pPr>
            <a:r>
              <a:rPr dirty="0" sz="2350" spc="-50">
                <a:solidFill>
                  <a:srgbClr val="C3C6C3"/>
                </a:solidFill>
                <a:latin typeface="Times New Roman"/>
                <a:cs typeface="Times New Roman"/>
              </a:rPr>
              <a:t>.</a:t>
            </a:r>
            <a:endParaRPr sz="2350">
              <a:latin typeface="Times New Roman"/>
              <a:cs typeface="Times New Roman"/>
            </a:endParaRPr>
          </a:p>
          <a:p>
            <a:pPr marL="58419">
              <a:lnSpc>
                <a:spcPts val="7620"/>
              </a:lnSpc>
            </a:pPr>
            <a:r>
              <a:rPr dirty="0" sz="7200" spc="-890">
                <a:solidFill>
                  <a:srgbClr val="C3C6C3"/>
                </a:solidFill>
                <a:latin typeface="Arial"/>
                <a:cs typeface="Arial"/>
              </a:rPr>
              <a:t>\</a:t>
            </a:r>
            <a:endParaRPr sz="72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289469" y="3384879"/>
            <a:ext cx="102235" cy="163830"/>
          </a:xfrm>
          <a:custGeom>
            <a:avLst/>
            <a:gdLst/>
            <a:ahLst/>
            <a:cxnLst/>
            <a:rect l="l" t="t" r="r" b="b"/>
            <a:pathLst>
              <a:path w="102235" h="163829">
                <a:moveTo>
                  <a:pt x="101895" y="163263"/>
                </a:moveTo>
                <a:lnTo>
                  <a:pt x="0" y="163263"/>
                </a:lnTo>
                <a:lnTo>
                  <a:pt x="0" y="0"/>
                </a:lnTo>
                <a:lnTo>
                  <a:pt x="101895" y="0"/>
                </a:lnTo>
                <a:lnTo>
                  <a:pt x="101895" y="163263"/>
                </a:lnTo>
                <a:close/>
              </a:path>
            </a:pathLst>
          </a:custGeom>
          <a:solidFill>
            <a:srgbClr val="F4F4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276768" y="3376976"/>
            <a:ext cx="45085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-65">
                <a:solidFill>
                  <a:srgbClr val="C3C6C3"/>
                </a:solidFill>
                <a:latin typeface="Times New Roman"/>
                <a:cs typeface="Times New Roman"/>
              </a:rPr>
              <a:t>/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438748" y="6842984"/>
            <a:ext cx="4248150" cy="18846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ts val="3300"/>
              </a:lnSpc>
              <a:spcBef>
                <a:spcPts val="114"/>
              </a:spcBef>
            </a:pPr>
            <a:r>
              <a:rPr dirty="0" sz="2900" spc="-25" b="1">
                <a:solidFill>
                  <a:srgbClr val="110F0C"/>
                </a:solidFill>
                <a:latin typeface="Times New Roman"/>
                <a:cs typeface="Times New Roman"/>
              </a:rPr>
              <a:t>The</a:t>
            </a:r>
            <a:r>
              <a:rPr dirty="0" sz="2900" spc="-260" b="1">
                <a:solidFill>
                  <a:srgbClr val="110F0C"/>
                </a:solidFill>
                <a:latin typeface="Times New Roman"/>
                <a:cs typeface="Times New Roman"/>
              </a:rPr>
              <a:t> </a:t>
            </a:r>
            <a:r>
              <a:rPr dirty="0" sz="2900" spc="-10" b="1">
                <a:solidFill>
                  <a:srgbClr val="110F0C"/>
                </a:solidFill>
                <a:latin typeface="Times New Roman"/>
                <a:cs typeface="Times New Roman"/>
              </a:rPr>
              <a:t>Problem:</a:t>
            </a:r>
            <a:endParaRPr sz="2900">
              <a:latin typeface="Times New Roman"/>
              <a:cs typeface="Times New Roman"/>
            </a:endParaRPr>
          </a:p>
          <a:p>
            <a:pPr marL="357505" marR="47625" indent="-300990">
              <a:lnSpc>
                <a:spcPct val="77800"/>
              </a:lnSpc>
              <a:spcBef>
                <a:spcPts val="560"/>
              </a:spcBef>
              <a:buChar char="•"/>
              <a:tabLst>
                <a:tab pos="357505" algn="l"/>
                <a:tab pos="363220" algn="l"/>
              </a:tabLst>
            </a:pPr>
            <a:r>
              <a:rPr dirty="0" sz="2800">
                <a:solidFill>
                  <a:srgbClr val="110F0C"/>
                </a:solidFill>
                <a:latin typeface="Times New Roman"/>
                <a:cs typeface="Times New Roman"/>
              </a:rPr>
              <a:t>	Different</a:t>
            </a:r>
            <a:r>
              <a:rPr dirty="0" sz="2800" spc="215">
                <a:solidFill>
                  <a:srgbClr val="110F0C"/>
                </a:solidFill>
                <a:latin typeface="Times New Roman"/>
                <a:cs typeface="Times New Roman"/>
              </a:rPr>
              <a:t> </a:t>
            </a:r>
            <a:r>
              <a:rPr dirty="0" sz="2800" spc="60">
                <a:solidFill>
                  <a:srgbClr val="110F0C"/>
                </a:solidFill>
                <a:latin typeface="Times New Roman"/>
                <a:cs typeface="Times New Roman"/>
              </a:rPr>
              <a:t>projects</a:t>
            </a:r>
            <a:r>
              <a:rPr dirty="0" sz="2800" spc="55">
                <a:solidFill>
                  <a:srgbClr val="110F0C"/>
                </a:solidFill>
                <a:latin typeface="Times New Roman"/>
                <a:cs typeface="Times New Roman"/>
              </a:rPr>
              <a:t> need </a:t>
            </a:r>
            <a:r>
              <a:rPr dirty="0" sz="2800" spc="70">
                <a:solidFill>
                  <a:srgbClr val="110F0C"/>
                </a:solidFill>
                <a:latin typeface="Times New Roman"/>
                <a:cs typeface="Times New Roman"/>
              </a:rPr>
              <a:t>different</a:t>
            </a:r>
            <a:r>
              <a:rPr dirty="0" sz="2800" spc="-70">
                <a:solidFill>
                  <a:srgbClr val="110F0C"/>
                </a:solidFill>
                <a:latin typeface="Times New Roman"/>
                <a:cs typeface="Times New Roman"/>
              </a:rPr>
              <a:t> </a:t>
            </a:r>
            <a:r>
              <a:rPr dirty="0" sz="2800" spc="70">
                <a:solidFill>
                  <a:srgbClr val="110F0C"/>
                </a:solidFill>
                <a:latin typeface="Times New Roman"/>
                <a:cs typeface="Times New Roman"/>
              </a:rPr>
              <a:t>library</a:t>
            </a:r>
            <a:r>
              <a:rPr dirty="0" sz="2800" spc="-210">
                <a:solidFill>
                  <a:srgbClr val="110F0C"/>
                </a:solidFill>
                <a:latin typeface="Times New Roman"/>
                <a:cs typeface="Times New Roman"/>
              </a:rPr>
              <a:t> </a:t>
            </a:r>
            <a:r>
              <a:rPr dirty="0" sz="2800" spc="65">
                <a:solidFill>
                  <a:srgbClr val="110F0C"/>
                </a:solidFill>
                <a:latin typeface="Times New Roman"/>
                <a:cs typeface="Times New Roman"/>
              </a:rPr>
              <a:t>versions.</a:t>
            </a:r>
            <a:endParaRPr sz="2800">
              <a:latin typeface="Times New Roman"/>
              <a:cs typeface="Times New Roman"/>
            </a:endParaRPr>
          </a:p>
          <a:p>
            <a:pPr marL="356870" marR="5080" indent="-300355">
              <a:lnSpc>
                <a:spcPts val="2710"/>
              </a:lnSpc>
              <a:spcBef>
                <a:spcPts val="90"/>
              </a:spcBef>
              <a:buChar char="•"/>
              <a:tabLst>
                <a:tab pos="356870" algn="l"/>
                <a:tab pos="360680" algn="l"/>
              </a:tabLst>
            </a:pPr>
            <a:r>
              <a:rPr dirty="0" sz="2800">
                <a:solidFill>
                  <a:srgbClr val="110F0C"/>
                </a:solidFill>
                <a:latin typeface="Times New Roman"/>
                <a:cs typeface="Times New Roman"/>
              </a:rPr>
              <a:t>	</a:t>
            </a:r>
            <a:r>
              <a:rPr dirty="0" sz="2800" spc="80">
                <a:solidFill>
                  <a:srgbClr val="110F0C"/>
                </a:solidFill>
                <a:latin typeface="Times New Roman"/>
                <a:cs typeface="Times New Roman"/>
              </a:rPr>
              <a:t>Installing</a:t>
            </a:r>
            <a:r>
              <a:rPr dirty="0" sz="2800" spc="40">
                <a:solidFill>
                  <a:srgbClr val="110F0C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110F0C"/>
                </a:solidFill>
                <a:latin typeface="Times New Roman"/>
                <a:cs typeface="Times New Roman"/>
              </a:rPr>
              <a:t>globally</a:t>
            </a:r>
            <a:r>
              <a:rPr dirty="0" sz="2800" spc="-130">
                <a:solidFill>
                  <a:srgbClr val="110F0C"/>
                </a:solidFill>
                <a:latin typeface="Times New Roman"/>
                <a:cs typeface="Times New Roman"/>
              </a:rPr>
              <a:t> </a:t>
            </a:r>
            <a:r>
              <a:rPr dirty="0" sz="2800" spc="95">
                <a:solidFill>
                  <a:srgbClr val="110F0C"/>
                </a:solidFill>
                <a:latin typeface="Times New Roman"/>
                <a:cs typeface="Times New Roman"/>
              </a:rPr>
              <a:t>creates </a:t>
            </a:r>
            <a:r>
              <a:rPr dirty="0" sz="2800" spc="55">
                <a:solidFill>
                  <a:srgbClr val="110F0C"/>
                </a:solidFill>
                <a:latin typeface="Times New Roman"/>
                <a:cs typeface="Times New Roman"/>
              </a:rPr>
              <a:t>conflicts</a:t>
            </a:r>
            <a:r>
              <a:rPr dirty="0" sz="2800" spc="55">
                <a:solidFill>
                  <a:srgbClr val="2D2F2D"/>
                </a:solidFill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508041" y="6842984"/>
            <a:ext cx="4210050" cy="15398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ts val="3300"/>
              </a:lnSpc>
              <a:spcBef>
                <a:spcPts val="114"/>
              </a:spcBef>
            </a:pPr>
            <a:r>
              <a:rPr dirty="0" sz="2900" spc="-25" b="1">
                <a:solidFill>
                  <a:srgbClr val="110F0C"/>
                </a:solidFill>
                <a:latin typeface="Times New Roman"/>
                <a:cs typeface="Times New Roman"/>
              </a:rPr>
              <a:t>The</a:t>
            </a:r>
            <a:r>
              <a:rPr dirty="0" sz="2900" spc="-240" b="1">
                <a:solidFill>
                  <a:srgbClr val="110F0C"/>
                </a:solidFill>
                <a:latin typeface="Times New Roman"/>
                <a:cs typeface="Times New Roman"/>
              </a:rPr>
              <a:t> </a:t>
            </a:r>
            <a:r>
              <a:rPr dirty="0" sz="2900" spc="-10" b="1">
                <a:solidFill>
                  <a:srgbClr val="110F0C"/>
                </a:solidFill>
                <a:latin typeface="Times New Roman"/>
                <a:cs typeface="Times New Roman"/>
              </a:rPr>
              <a:t>Solution</a:t>
            </a:r>
            <a:r>
              <a:rPr dirty="0" sz="2900" spc="-10" b="1">
                <a:solidFill>
                  <a:srgbClr val="2D2F2D"/>
                </a:solidFill>
                <a:latin typeface="Times New Roman"/>
                <a:cs typeface="Times New Roman"/>
              </a:rPr>
              <a:t>:</a:t>
            </a:r>
            <a:endParaRPr sz="2900">
              <a:latin typeface="Times New Roman"/>
              <a:cs typeface="Times New Roman"/>
            </a:endParaRPr>
          </a:p>
          <a:p>
            <a:pPr marL="381000" indent="-323850">
              <a:lnSpc>
                <a:spcPts val="2855"/>
              </a:lnSpc>
              <a:buChar char="•"/>
              <a:tabLst>
                <a:tab pos="381000" algn="l"/>
              </a:tabLst>
            </a:pPr>
            <a:r>
              <a:rPr dirty="0" sz="2800" spc="105">
                <a:solidFill>
                  <a:srgbClr val="110F0C"/>
                </a:solidFill>
                <a:latin typeface="Times New Roman"/>
                <a:cs typeface="Times New Roman"/>
              </a:rPr>
              <a:t>'venv'</a:t>
            </a:r>
            <a:r>
              <a:rPr dirty="0" sz="2800" spc="105">
                <a:solidFill>
                  <a:srgbClr val="2D2F2D"/>
                </a:solidFill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  <a:p>
            <a:pPr marL="351790" marR="5080" indent="-295275">
              <a:lnSpc>
                <a:spcPts val="2710"/>
              </a:lnSpc>
              <a:spcBef>
                <a:spcPts val="309"/>
              </a:spcBef>
              <a:buChar char="•"/>
              <a:tabLst>
                <a:tab pos="351790" algn="l"/>
                <a:tab pos="353695" algn="l"/>
              </a:tabLst>
            </a:pPr>
            <a:r>
              <a:rPr dirty="0" sz="2800">
                <a:solidFill>
                  <a:srgbClr val="110F0C"/>
                </a:solidFill>
                <a:latin typeface="Times New Roman"/>
                <a:cs typeface="Times New Roman"/>
              </a:rPr>
              <a:t>	</a:t>
            </a:r>
            <a:r>
              <a:rPr dirty="0" sz="2800" spc="110">
                <a:solidFill>
                  <a:srgbClr val="110F0C"/>
                </a:solidFill>
                <a:latin typeface="Times New Roman"/>
                <a:cs typeface="Times New Roman"/>
              </a:rPr>
              <a:t>Aself</a:t>
            </a:r>
            <a:r>
              <a:rPr dirty="0" sz="2800" spc="110">
                <a:solidFill>
                  <a:srgbClr val="2D2F2D"/>
                </a:solidFill>
                <a:latin typeface="Times New Roman"/>
                <a:cs typeface="Times New Roman"/>
              </a:rPr>
              <a:t>-</a:t>
            </a:r>
            <a:r>
              <a:rPr dirty="0" sz="2800" spc="105">
                <a:solidFill>
                  <a:srgbClr val="110F0C"/>
                </a:solidFill>
                <a:latin typeface="Times New Roman"/>
                <a:cs typeface="Times New Roman"/>
              </a:rPr>
              <a:t>contained</a:t>
            </a:r>
            <a:r>
              <a:rPr dirty="0" sz="2800" spc="-55">
                <a:solidFill>
                  <a:srgbClr val="110F0C"/>
                </a:solidFill>
                <a:latin typeface="Times New Roman"/>
                <a:cs typeface="Times New Roman"/>
              </a:rPr>
              <a:t> </a:t>
            </a:r>
            <a:r>
              <a:rPr dirty="0" sz="2800" spc="80">
                <a:solidFill>
                  <a:srgbClr val="110F0C"/>
                </a:solidFill>
                <a:latin typeface="Times New Roman"/>
                <a:cs typeface="Times New Roman"/>
              </a:rPr>
              <a:t>sandbox </a:t>
            </a:r>
            <a:r>
              <a:rPr dirty="0" sz="2800" spc="90">
                <a:solidFill>
                  <a:srgbClr val="110F0C"/>
                </a:solidFill>
                <a:latin typeface="Times New Roman"/>
                <a:cs typeface="Times New Roman"/>
              </a:rPr>
              <a:t>sandbox</a:t>
            </a:r>
            <a:r>
              <a:rPr dirty="0" sz="2800" spc="-145">
                <a:solidFill>
                  <a:srgbClr val="110F0C"/>
                </a:solidFill>
                <a:latin typeface="Times New Roman"/>
                <a:cs typeface="Times New Roman"/>
              </a:rPr>
              <a:t> </a:t>
            </a:r>
            <a:r>
              <a:rPr dirty="0" sz="2800" spc="75">
                <a:solidFill>
                  <a:srgbClr val="110F0C"/>
                </a:solidFill>
                <a:latin typeface="Times New Roman"/>
                <a:cs typeface="Times New Roman"/>
              </a:rPr>
              <a:t>for</a:t>
            </a:r>
            <a:r>
              <a:rPr dirty="0" sz="2800" spc="-114">
                <a:solidFill>
                  <a:srgbClr val="110F0C"/>
                </a:solidFill>
                <a:latin typeface="Times New Roman"/>
                <a:cs typeface="Times New Roman"/>
              </a:rPr>
              <a:t> </a:t>
            </a:r>
            <a:r>
              <a:rPr dirty="0" sz="2800" spc="75">
                <a:solidFill>
                  <a:srgbClr val="110F0C"/>
                </a:solidFill>
                <a:latin typeface="Times New Roman"/>
                <a:cs typeface="Times New Roman"/>
              </a:rPr>
              <a:t>each</a:t>
            </a:r>
            <a:r>
              <a:rPr dirty="0" sz="2800" spc="-110">
                <a:solidFill>
                  <a:srgbClr val="110F0C"/>
                </a:solidFill>
                <a:latin typeface="Times New Roman"/>
                <a:cs typeface="Times New Roman"/>
              </a:rPr>
              <a:t> </a:t>
            </a:r>
            <a:r>
              <a:rPr dirty="0" sz="2800" spc="60">
                <a:solidFill>
                  <a:srgbClr val="110F0C"/>
                </a:solidFill>
                <a:latin typeface="Times New Roman"/>
                <a:cs typeface="Times New Roman"/>
              </a:rPr>
              <a:t>project.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2774815" y="2962076"/>
            <a:ext cx="3582035" cy="82486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ctr" marL="481330">
              <a:lnSpc>
                <a:spcPts val="3195"/>
              </a:lnSpc>
              <a:spcBef>
                <a:spcPts val="114"/>
              </a:spcBef>
            </a:pPr>
            <a:r>
              <a:rPr dirty="0" sz="2900" spc="-105" b="1">
                <a:solidFill>
                  <a:srgbClr val="110F0C"/>
                </a:solidFill>
                <a:latin typeface="Times New Roman"/>
                <a:cs typeface="Times New Roman"/>
              </a:rPr>
              <a:t>Global</a:t>
            </a:r>
            <a:r>
              <a:rPr dirty="0" sz="2900" spc="-130" b="1">
                <a:solidFill>
                  <a:srgbClr val="110F0C"/>
                </a:solidFill>
                <a:latin typeface="Times New Roman"/>
                <a:cs typeface="Times New Roman"/>
              </a:rPr>
              <a:t> </a:t>
            </a:r>
            <a:r>
              <a:rPr dirty="0" sz="2900" spc="-45" b="1">
                <a:solidFill>
                  <a:srgbClr val="110F0C"/>
                </a:solidFill>
                <a:latin typeface="Times New Roman"/>
                <a:cs typeface="Times New Roman"/>
              </a:rPr>
              <a:t>Environment</a:t>
            </a:r>
            <a:endParaRPr sz="2900">
              <a:latin typeface="Times New Roman"/>
              <a:cs typeface="Times New Roman"/>
            </a:endParaRPr>
          </a:p>
          <a:p>
            <a:pPr algn="ctr" marR="224154">
              <a:lnSpc>
                <a:spcPts val="3075"/>
              </a:lnSpc>
              <a:tabLst>
                <a:tab pos="532765" algn="l"/>
              </a:tabLst>
            </a:pPr>
            <a:r>
              <a:rPr dirty="0" sz="2800" spc="-25">
                <a:solidFill>
                  <a:srgbClr val="828782"/>
                </a:solidFill>
                <a:latin typeface="Times New Roman"/>
                <a:cs typeface="Times New Roman"/>
              </a:rPr>
              <a:t>/""</a:t>
            </a:r>
            <a:r>
              <a:rPr dirty="0" sz="2800">
                <a:solidFill>
                  <a:srgbClr val="828782"/>
                </a:solidFill>
                <a:latin typeface="Times New Roman"/>
                <a:cs typeface="Times New Roman"/>
              </a:rPr>
              <a:t>	</a:t>
            </a:r>
            <a:r>
              <a:rPr dirty="0" sz="2800" spc="50">
                <a:solidFill>
                  <a:srgbClr val="62645D"/>
                </a:solidFill>
                <a:latin typeface="Times New Roman"/>
                <a:cs typeface="Times New Roman"/>
              </a:rPr>
              <a:t>(Dependency</a:t>
            </a:r>
            <a:r>
              <a:rPr dirty="0" sz="2800" spc="-20">
                <a:solidFill>
                  <a:srgbClr val="62645D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6E7775"/>
                </a:solidFill>
                <a:latin typeface="Times New Roman"/>
                <a:cs typeface="Times New Roman"/>
              </a:rPr>
              <a:t>Hell)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2203023" y="3728045"/>
            <a:ext cx="302895" cy="454659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800" spc="-565">
                <a:solidFill>
                  <a:srgbClr val="4D524F"/>
                </a:solidFill>
                <a:latin typeface="Times New Roman"/>
                <a:cs typeface="Times New Roman"/>
              </a:rPr>
              <a:t>�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4495665" y="3728045"/>
            <a:ext cx="302895" cy="454659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800" spc="-565">
                <a:solidFill>
                  <a:srgbClr val="6E7775"/>
                </a:solidFill>
                <a:latin typeface="Times New Roman"/>
                <a:cs typeface="Times New Roman"/>
              </a:rPr>
              <a:t>�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3247822" y="4066857"/>
            <a:ext cx="38735" cy="312420"/>
          </a:xfrm>
          <a:custGeom>
            <a:avLst/>
            <a:gdLst/>
            <a:ahLst/>
            <a:cxnLst/>
            <a:rect l="l" t="t" r="r" b="b"/>
            <a:pathLst>
              <a:path w="38734" h="312420">
                <a:moveTo>
                  <a:pt x="38210" y="312284"/>
                </a:moveTo>
                <a:lnTo>
                  <a:pt x="0" y="312284"/>
                </a:lnTo>
                <a:lnTo>
                  <a:pt x="0" y="0"/>
                </a:lnTo>
                <a:lnTo>
                  <a:pt x="38210" y="0"/>
                </a:lnTo>
                <a:lnTo>
                  <a:pt x="38210" y="312284"/>
                </a:lnTo>
                <a:close/>
              </a:path>
            </a:pathLst>
          </a:custGeom>
          <a:solidFill>
            <a:srgbClr val="DFE1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12326714" y="4053581"/>
            <a:ext cx="2722880" cy="3092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50" spc="340" i="1">
                <a:solidFill>
                  <a:srgbClr val="2D2F2D"/>
                </a:solidFill>
                <a:latin typeface="Arial"/>
                <a:cs typeface="Arial"/>
              </a:rPr>
              <a:t>lb</a:t>
            </a:r>
            <a:r>
              <a:rPr dirty="0" sz="1850" spc="340" i="1">
                <a:solidFill>
                  <a:srgbClr val="110F0C"/>
                </a:solidFill>
                <a:latin typeface="Arial"/>
                <a:cs typeface="Arial"/>
              </a:rPr>
              <a:t>r</a:t>
            </a:r>
            <a:r>
              <a:rPr dirty="0" sz="1850" spc="340" i="1">
                <a:solidFill>
                  <a:srgbClr val="2D2F2D"/>
                </a:solidFill>
                <a:latin typeface="Arial"/>
                <a:cs typeface="Arial"/>
              </a:rPr>
              <a:t>ary</a:t>
            </a:r>
            <a:r>
              <a:rPr dirty="0" sz="1850" spc="340" i="1">
                <a:solidFill>
                  <a:srgbClr val="4D524F"/>
                </a:solidFill>
                <a:latin typeface="Arial"/>
                <a:cs typeface="Arial"/>
              </a:rPr>
              <a:t>r</a:t>
            </a:r>
            <a:r>
              <a:rPr dirty="0" sz="1850" spc="340" i="1">
                <a:solidFill>
                  <a:srgbClr val="B1B3AC"/>
                </a:solidFill>
                <a:latin typeface="Arial"/>
                <a:cs typeface="Arial"/>
              </a:rPr>
              <a:t>•</a:t>
            </a:r>
            <a:r>
              <a:rPr dirty="0" sz="1850" spc="340" i="1">
                <a:solidFill>
                  <a:srgbClr val="3D4242"/>
                </a:solidFill>
                <a:latin typeface="Arial"/>
                <a:cs typeface="Arial"/>
              </a:rPr>
              <a:t>�1.�0</a:t>
            </a:r>
            <a:r>
              <a:rPr dirty="0" sz="1850" spc="340" i="1">
                <a:solidFill>
                  <a:srgbClr val="828782"/>
                </a:solidFill>
                <a:latin typeface="Arial"/>
                <a:cs typeface="Arial"/>
              </a:rPr>
              <a:t>�• </a:t>
            </a:r>
            <a:r>
              <a:rPr dirty="0" sz="1850" spc="-595">
                <a:solidFill>
                  <a:srgbClr val="828782"/>
                </a:solidFill>
                <a:latin typeface="Arial"/>
                <a:cs typeface="Arial"/>
              </a:rPr>
              <a:t>�\</a:t>
            </a:r>
            <a:endParaRPr sz="185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2248245" y="4219541"/>
            <a:ext cx="897890" cy="5080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14935">
              <a:lnSpc>
                <a:spcPct val="100000"/>
              </a:lnSpc>
              <a:spcBef>
                <a:spcPts val="105"/>
              </a:spcBef>
            </a:pPr>
            <a:r>
              <a:rPr dirty="0" sz="1450" spc="-130">
                <a:solidFill>
                  <a:srgbClr val="4D524F"/>
                </a:solidFill>
                <a:latin typeface="Arial"/>
                <a:cs typeface="Arial"/>
              </a:rPr>
              <a:t>.....-</a:t>
            </a:r>
            <a:r>
              <a:rPr dirty="0" sz="1450" spc="-150">
                <a:solidFill>
                  <a:srgbClr val="4D524F"/>
                </a:solidFill>
                <a:latin typeface="Arial"/>
                <a:cs typeface="Arial"/>
              </a:rPr>
              <a:t>-</a:t>
            </a:r>
            <a:r>
              <a:rPr dirty="0" sz="1450" spc="-20">
                <a:solidFill>
                  <a:srgbClr val="4D524F"/>
                </a:solidFill>
                <a:latin typeface="Arial"/>
                <a:cs typeface="Arial"/>
              </a:rPr>
              <a:t>..,_</a:t>
            </a: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z="1650" spc="-50">
                <a:solidFill>
                  <a:srgbClr val="4D524F"/>
                </a:solidFill>
                <a:latin typeface="Arial"/>
                <a:cs typeface="Arial"/>
              </a:rPr>
              <a:t>,d</a:t>
            </a:r>
            <a:r>
              <a:rPr dirty="0" sz="1650" spc="-50">
                <a:solidFill>
                  <a:srgbClr val="2D2F2D"/>
                </a:solidFill>
                <a:latin typeface="Arial"/>
                <a:cs typeface="Arial"/>
              </a:rPr>
              <a:t>.,-</a:t>
            </a:r>
            <a:r>
              <a:rPr dirty="0" sz="1650" spc="-135">
                <a:solidFill>
                  <a:srgbClr val="2D2F2D"/>
                </a:solidFill>
                <a:latin typeface="Arial"/>
                <a:cs typeface="Arial"/>
              </a:rPr>
              <a:t>eC""�</a:t>
            </a:r>
            <a:endParaRPr sz="165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3425665" y="4219541"/>
            <a:ext cx="735965" cy="5080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89915" algn="l"/>
              </a:tabLst>
            </a:pPr>
            <a:r>
              <a:rPr dirty="0" sz="1450" spc="-10">
                <a:solidFill>
                  <a:srgbClr val="2D2F2D"/>
                </a:solidFill>
                <a:latin typeface="Arial"/>
                <a:cs typeface="Arial"/>
              </a:rPr>
              <a:t>l'I</a:t>
            </a:r>
            <a:r>
              <a:rPr dirty="0" sz="1450" spc="-10">
                <a:solidFill>
                  <a:srgbClr val="4D524F"/>
                </a:solidFill>
                <a:latin typeface="Arial"/>
                <a:cs typeface="Arial"/>
              </a:rPr>
              <a:t>�</a:t>
            </a:r>
            <a:r>
              <a:rPr dirty="0" sz="1350" spc="-10">
                <a:solidFill>
                  <a:srgbClr val="2D2F2D"/>
                </a:solidFill>
                <a:latin typeface="Arial"/>
                <a:cs typeface="Arial"/>
              </a:rPr>
              <a:t>0</a:t>
            </a:r>
            <a:r>
              <a:rPr dirty="0" sz="1350">
                <a:solidFill>
                  <a:srgbClr val="2D2F2D"/>
                </a:solidFill>
                <a:latin typeface="Arial"/>
                <a:cs typeface="Arial"/>
              </a:rPr>
              <a:t>	</a:t>
            </a:r>
            <a:r>
              <a:rPr dirty="0" sz="1350" spc="-310">
                <a:solidFill>
                  <a:srgbClr val="6E7775"/>
                </a:solidFill>
                <a:latin typeface="Arial"/>
                <a:cs typeface="Arial"/>
              </a:rPr>
              <a:t>�</a:t>
            </a:r>
            <a:endParaRPr sz="1350">
              <a:latin typeface="Arial"/>
              <a:cs typeface="Arial"/>
            </a:endParaRPr>
          </a:p>
          <a:p>
            <a:pPr marL="221615">
              <a:lnSpc>
                <a:spcPct val="100000"/>
              </a:lnSpc>
              <a:spcBef>
                <a:spcPts val="70"/>
              </a:spcBef>
            </a:pPr>
            <a:r>
              <a:rPr dirty="0" sz="1650" spc="-45">
                <a:solidFill>
                  <a:srgbClr val="4D524F"/>
                </a:solidFill>
                <a:latin typeface="Arial"/>
                <a:cs typeface="Arial"/>
              </a:rPr>
              <a:t>-</a:t>
            </a:r>
            <a:r>
              <a:rPr dirty="0" sz="1650" spc="-60">
                <a:solidFill>
                  <a:srgbClr val="4D524F"/>
                </a:solidFill>
                <a:latin typeface="Arial"/>
                <a:cs typeface="Arial"/>
              </a:rPr>
              <a:t>-</a:t>
            </a:r>
            <a:endParaRPr sz="165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5182316" y="4232307"/>
            <a:ext cx="7493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50">
                <a:solidFill>
                  <a:srgbClr val="A09E97"/>
                </a:solidFill>
                <a:latin typeface="Arial"/>
                <a:cs typeface="Arial"/>
              </a:rPr>
              <a:t>\</a:t>
            </a:r>
            <a:endParaRPr sz="135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4744687" y="4449332"/>
            <a:ext cx="80010" cy="2787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-50">
                <a:solidFill>
                  <a:srgbClr val="4D524F"/>
                </a:solidFill>
                <a:latin typeface="Arial"/>
                <a:cs typeface="Arial"/>
              </a:rPr>
              <a:t>,</a:t>
            </a:r>
            <a:endParaRPr sz="165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5296998" y="4449332"/>
            <a:ext cx="90805" cy="2787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-50">
                <a:solidFill>
                  <a:srgbClr val="6E7775"/>
                </a:solidFill>
                <a:latin typeface="Arial"/>
                <a:cs typeface="Arial"/>
              </a:rPr>
              <a:t>)</a:t>
            </a:r>
            <a:endParaRPr sz="165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2803009" y="4781251"/>
            <a:ext cx="2113915" cy="3549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  <a:tabLst>
                <a:tab pos="935355" algn="l"/>
                <a:tab pos="1188720" algn="l"/>
                <a:tab pos="2021839" algn="l"/>
              </a:tabLst>
            </a:pPr>
            <a:r>
              <a:rPr dirty="0" sz="2050" spc="40">
                <a:solidFill>
                  <a:srgbClr val="2D2F2D"/>
                </a:solidFill>
                <a:latin typeface="Times New Roman"/>
                <a:cs typeface="Times New Roman"/>
              </a:rPr>
              <a:t>91obal</a:t>
            </a:r>
            <a:r>
              <a:rPr dirty="0" sz="2050">
                <a:solidFill>
                  <a:srgbClr val="2D2F2D"/>
                </a:solidFill>
                <a:latin typeface="Times New Roman"/>
                <a:cs typeface="Times New Roman"/>
              </a:rPr>
              <a:t>	</a:t>
            </a:r>
            <a:r>
              <a:rPr dirty="0" sz="2050" i="1">
                <a:solidFill>
                  <a:srgbClr val="2D2F2D"/>
                </a:solidFill>
                <a:latin typeface="Times New Roman"/>
                <a:cs typeface="Times New Roman"/>
              </a:rPr>
              <a:t>y	</a:t>
            </a:r>
            <a:r>
              <a:rPr dirty="0" sz="2150" spc="-20" i="1">
                <a:solidFill>
                  <a:srgbClr val="2D2F2D"/>
                </a:solidFill>
                <a:latin typeface="Times New Roman"/>
                <a:cs typeface="Times New Roman"/>
              </a:rPr>
              <a:t>v</a:t>
            </a:r>
            <a:r>
              <a:rPr dirty="0" baseline="-21680" sz="3075" spc="-30" i="1">
                <a:solidFill>
                  <a:srgbClr val="2D2F2D"/>
                </a:solidFill>
                <a:latin typeface="Times New Roman"/>
                <a:cs typeface="Times New Roman"/>
              </a:rPr>
              <a:t>2</a:t>
            </a:r>
            <a:r>
              <a:rPr dirty="0" sz="2050" spc="-20" i="1">
                <a:solidFill>
                  <a:srgbClr val="110F0C"/>
                </a:solidFill>
                <a:latin typeface="Times New Roman"/>
                <a:cs typeface="Times New Roman"/>
              </a:rPr>
              <a:t>.</a:t>
            </a:r>
            <a:r>
              <a:rPr dirty="0" sz="2050" spc="-20" i="1">
                <a:solidFill>
                  <a:srgbClr val="2D2F2D"/>
                </a:solidFill>
                <a:latin typeface="Times New Roman"/>
                <a:cs typeface="Times New Roman"/>
              </a:rPr>
              <a:t>�</a:t>
            </a:r>
            <a:r>
              <a:rPr dirty="0" sz="2050" spc="-20">
                <a:solidFill>
                  <a:srgbClr val="4D524F"/>
                </a:solidFill>
                <a:latin typeface="Times New Roman"/>
                <a:cs typeface="Times New Roman"/>
              </a:rPr>
              <a:t>\</a:t>
            </a:r>
            <a:r>
              <a:rPr dirty="0" sz="2050">
                <a:solidFill>
                  <a:srgbClr val="4D524F"/>
                </a:solidFill>
                <a:latin typeface="Times New Roman"/>
                <a:cs typeface="Times New Roman"/>
              </a:rPr>
              <a:t>	</a:t>
            </a:r>
            <a:r>
              <a:rPr dirty="0" sz="2050" spc="-350">
                <a:solidFill>
                  <a:srgbClr val="6E7775"/>
                </a:solidFill>
                <a:latin typeface="Times New Roman"/>
                <a:cs typeface="Times New Roman"/>
              </a:rPr>
              <a:t>•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5093847" y="4806785"/>
            <a:ext cx="294640" cy="7226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550" spc="-2180">
                <a:solidFill>
                  <a:srgbClr val="4D524F"/>
                </a:solidFill>
                <a:latin typeface="Times New Roman"/>
                <a:cs typeface="Times New Roman"/>
              </a:rPr>
              <a:t>2</a:t>
            </a:r>
            <a:endParaRPr sz="455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15310668" y="4464589"/>
            <a:ext cx="51435" cy="782320"/>
          </a:xfrm>
          <a:custGeom>
            <a:avLst/>
            <a:gdLst/>
            <a:ahLst/>
            <a:cxnLst/>
            <a:rect l="l" t="t" r="r" b="b"/>
            <a:pathLst>
              <a:path w="51434" h="782320">
                <a:moveTo>
                  <a:pt x="50947" y="781948"/>
                </a:moveTo>
                <a:lnTo>
                  <a:pt x="0" y="781948"/>
                </a:lnTo>
                <a:lnTo>
                  <a:pt x="0" y="0"/>
                </a:lnTo>
                <a:lnTo>
                  <a:pt x="50947" y="0"/>
                </a:lnTo>
                <a:lnTo>
                  <a:pt x="50947" y="781948"/>
                </a:lnTo>
                <a:close/>
              </a:path>
            </a:pathLst>
          </a:custGeom>
          <a:solidFill>
            <a:srgbClr val="F4F4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15297962" y="4474864"/>
            <a:ext cx="476884" cy="7226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550" spc="-450">
                <a:solidFill>
                  <a:srgbClr val="C3C6C3"/>
                </a:solidFill>
                <a:latin typeface="Times New Roman"/>
                <a:cs typeface="Times New Roman"/>
              </a:rPr>
              <a:t>-</a:t>
            </a:r>
            <a:r>
              <a:rPr dirty="0" sz="4550" spc="-2075">
                <a:solidFill>
                  <a:srgbClr val="6E7775"/>
                </a:solidFill>
                <a:latin typeface="Times New Roman"/>
                <a:cs typeface="Times New Roman"/>
              </a:rPr>
              <a:t>�</a:t>
            </a:r>
            <a:endParaRPr sz="455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3146620" y="4736570"/>
            <a:ext cx="2717800" cy="7918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19430" algn="l"/>
                <a:tab pos="1458595" algn="l"/>
                <a:tab pos="1979295" algn="l"/>
              </a:tabLst>
            </a:pPr>
            <a:r>
              <a:rPr dirty="0" sz="2150" i="1">
                <a:solidFill>
                  <a:srgbClr val="2D2F2D"/>
                </a:solidFill>
                <a:latin typeface="Times New Roman"/>
                <a:cs typeface="Times New Roman"/>
              </a:rPr>
              <a:t>l</a:t>
            </a:r>
            <a:r>
              <a:rPr dirty="0" sz="2150" spc="110" i="1">
                <a:solidFill>
                  <a:srgbClr val="2D2F2D"/>
                </a:solidFill>
                <a:latin typeface="Times New Roman"/>
                <a:cs typeface="Times New Roman"/>
              </a:rPr>
              <a:t> </a:t>
            </a:r>
            <a:r>
              <a:rPr dirty="0" sz="2150" spc="-50">
                <a:solidFill>
                  <a:srgbClr val="3D4242"/>
                </a:solidFill>
                <a:latin typeface="Times New Roman"/>
                <a:cs typeface="Times New Roman"/>
              </a:rPr>
              <a:t>•</a:t>
            </a:r>
            <a:r>
              <a:rPr dirty="0" sz="2150">
                <a:solidFill>
                  <a:srgbClr val="3D4242"/>
                </a:solidFill>
                <a:latin typeface="Times New Roman"/>
                <a:cs typeface="Times New Roman"/>
              </a:rPr>
              <a:t>	</a:t>
            </a:r>
            <a:r>
              <a:rPr dirty="0" sz="2150" spc="-60">
                <a:solidFill>
                  <a:srgbClr val="3D4242"/>
                </a:solidFill>
                <a:latin typeface="Times New Roman"/>
                <a:cs typeface="Times New Roman"/>
              </a:rPr>
              <a:t>�</a:t>
            </a:r>
            <a:r>
              <a:rPr dirty="0" sz="2150">
                <a:solidFill>
                  <a:srgbClr val="3D4242"/>
                </a:solidFill>
                <a:latin typeface="Times New Roman"/>
                <a:cs typeface="Times New Roman"/>
              </a:rPr>
              <a:t>	</a:t>
            </a:r>
            <a:r>
              <a:rPr dirty="0" sz="5000" spc="-50" i="1">
                <a:solidFill>
                  <a:srgbClr val="3D4242"/>
                </a:solidFill>
                <a:latin typeface="Times New Roman"/>
                <a:cs typeface="Times New Roman"/>
              </a:rPr>
              <a:t>J</a:t>
            </a:r>
            <a:r>
              <a:rPr dirty="0" sz="5000" i="1">
                <a:solidFill>
                  <a:srgbClr val="3D4242"/>
                </a:solidFill>
                <a:latin typeface="Times New Roman"/>
                <a:cs typeface="Times New Roman"/>
              </a:rPr>
              <a:t>	</a:t>
            </a:r>
            <a:r>
              <a:rPr dirty="0" sz="1700" spc="590" i="1">
                <a:solidFill>
                  <a:srgbClr val="4D524F"/>
                </a:solidFill>
                <a:latin typeface="Times New Roman"/>
                <a:cs typeface="Times New Roman"/>
              </a:rPr>
              <a:t>//)</a:t>
            </a:r>
            <a:r>
              <a:rPr dirty="0" sz="1700" spc="590" i="1">
                <a:solidFill>
                  <a:srgbClr val="828782"/>
                </a:solidFill>
                <a:latin typeface="Times New Roman"/>
                <a:cs typeface="Times New Roman"/>
              </a:rPr>
              <a:t>)I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3264362" y="5317430"/>
            <a:ext cx="768350" cy="3092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50" spc="185" i="1">
                <a:solidFill>
                  <a:srgbClr val="2D2F2D"/>
                </a:solidFill>
                <a:latin typeface="Arial"/>
                <a:cs typeface="Arial"/>
              </a:rPr>
              <a:t>ibrary</a:t>
            </a:r>
            <a:endParaRPr sz="185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4904122" y="5317430"/>
            <a:ext cx="603885" cy="3092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50" spc="150" i="1">
                <a:solidFill>
                  <a:srgbClr val="4D524F"/>
                </a:solidFill>
                <a:latin typeface="Arial"/>
                <a:cs typeface="Arial"/>
              </a:rPr>
              <a:t>-</a:t>
            </a:r>
            <a:r>
              <a:rPr dirty="0" sz="1850" spc="80" i="1">
                <a:solidFill>
                  <a:srgbClr val="4D524F"/>
                </a:solidFill>
                <a:latin typeface="Arial"/>
                <a:cs typeface="Arial"/>
              </a:rPr>
              <a:t>(</a:t>
            </a:r>
            <a:r>
              <a:rPr dirty="0" sz="1850" spc="80" i="1">
                <a:solidFill>
                  <a:srgbClr val="A09E97"/>
                </a:solidFill>
                <a:latin typeface="Arial"/>
                <a:cs typeface="Arial"/>
              </a:rPr>
              <a:t>_</a:t>
            </a:r>
            <a:r>
              <a:rPr dirty="0" sz="1850" spc="80" i="1">
                <a:solidFill>
                  <a:srgbClr val="4D524F"/>
                </a:solidFill>
                <a:latin typeface="Arial"/>
                <a:cs typeface="Arial"/>
              </a:rPr>
              <a:t>�</a:t>
            </a:r>
            <a:endParaRPr sz="185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4245488" y="5387644"/>
            <a:ext cx="1221105" cy="454659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050" spc="-150" i="1">
                <a:solidFill>
                  <a:srgbClr val="2D2F2D"/>
                </a:solidFill>
                <a:latin typeface="Courier New"/>
                <a:cs typeface="Courier New"/>
              </a:rPr>
              <a:t>Vl</a:t>
            </a:r>
            <a:r>
              <a:rPr dirty="0" sz="2050" spc="-150" i="1">
                <a:solidFill>
                  <a:srgbClr val="110F0C"/>
                </a:solidFill>
                <a:latin typeface="Courier New"/>
                <a:cs typeface="Courier New"/>
              </a:rPr>
              <a:t>.</a:t>
            </a:r>
            <a:r>
              <a:rPr dirty="0" sz="2050" spc="-150" i="1">
                <a:solidFill>
                  <a:srgbClr val="2D2F2D"/>
                </a:solidFill>
                <a:latin typeface="Courier New"/>
                <a:cs typeface="Courier New"/>
              </a:rPr>
              <a:t>0</a:t>
            </a:r>
            <a:r>
              <a:rPr dirty="0" sz="2050" spc="-565" i="1">
                <a:solidFill>
                  <a:srgbClr val="2D2F2D"/>
                </a:solidFill>
                <a:latin typeface="Courier New"/>
                <a:cs typeface="Courier New"/>
              </a:rPr>
              <a:t> </a:t>
            </a:r>
            <a:r>
              <a:rPr dirty="0" sz="2800" spc="80" i="1">
                <a:solidFill>
                  <a:srgbClr val="6E7775"/>
                </a:solidFill>
                <a:latin typeface="Times New Roman"/>
                <a:cs typeface="Times New Roman"/>
              </a:rPr>
              <a:t>-</a:t>
            </a:r>
            <a:r>
              <a:rPr dirty="0" sz="2800" spc="95" i="1">
                <a:solidFill>
                  <a:srgbClr val="6E7775"/>
                </a:solidFill>
                <a:latin typeface="Times New Roman"/>
                <a:cs typeface="Times New Roman"/>
              </a:rPr>
              <a:t>y-</a:t>
            </a:r>
            <a:r>
              <a:rPr dirty="0" sz="2800" spc="30" i="1">
                <a:solidFill>
                  <a:srgbClr val="6E7775"/>
                </a:solidFill>
                <a:latin typeface="Times New Roman"/>
                <a:cs typeface="Times New Roman"/>
              </a:rPr>
              <a:t>-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3810729" y="5974886"/>
            <a:ext cx="1569085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00" spc="935" i="1">
                <a:solidFill>
                  <a:srgbClr val="62645D"/>
                </a:solidFill>
                <a:latin typeface="Arial"/>
                <a:cs typeface="Arial"/>
              </a:rPr>
              <a:t>../�</a:t>
            </a:r>
            <a:r>
              <a:rPr dirty="0" sz="1200" spc="935" i="1">
                <a:solidFill>
                  <a:srgbClr val="2D2F2D"/>
                </a:solidFill>
                <a:latin typeface="Arial"/>
                <a:cs typeface="Arial"/>
              </a:rPr>
              <a:t>V2.e</a:t>
            </a:r>
            <a:endParaRPr sz="12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4035392" y="6134463"/>
            <a:ext cx="487045" cy="3854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350" spc="2260">
                <a:solidFill>
                  <a:srgbClr val="6E7775"/>
                </a:solidFill>
                <a:latin typeface="Arial"/>
                <a:cs typeface="Arial"/>
              </a:rPr>
              <a:t>?</a:t>
            </a:r>
            <a:endParaRPr sz="235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4058124" y="6306807"/>
            <a:ext cx="321945" cy="3930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400" spc="1440">
                <a:solidFill>
                  <a:srgbClr val="828782"/>
                </a:solidFill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1543841" y="6746845"/>
            <a:ext cx="356870" cy="5162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4000"/>
              </a:lnSpc>
            </a:pPr>
            <a:r>
              <a:rPr dirty="0" sz="3650" spc="1739">
                <a:solidFill>
                  <a:srgbClr val="9E563B"/>
                </a:solidFill>
                <a:latin typeface="Times New Roman"/>
                <a:cs typeface="Times New Roman"/>
              </a:rPr>
              <a:t>i</a:t>
            </a:r>
            <a:endParaRPr sz="365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11415463" y="6983487"/>
            <a:ext cx="4516120" cy="429895"/>
          </a:xfrm>
          <a:custGeom>
            <a:avLst/>
            <a:gdLst/>
            <a:ahLst/>
            <a:cxnLst/>
            <a:rect l="l" t="t" r="r" b="b"/>
            <a:pathLst>
              <a:path w="4516119" h="429895">
                <a:moveTo>
                  <a:pt x="4515890" y="429641"/>
                </a:moveTo>
                <a:lnTo>
                  <a:pt x="0" y="429641"/>
                </a:lnTo>
                <a:lnTo>
                  <a:pt x="0" y="0"/>
                </a:lnTo>
                <a:lnTo>
                  <a:pt x="4515890" y="0"/>
                </a:lnTo>
                <a:lnTo>
                  <a:pt x="4515890" y="429641"/>
                </a:lnTo>
                <a:close/>
              </a:path>
            </a:pathLst>
          </a:custGeom>
          <a:solidFill>
            <a:srgbClr val="C350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/>
          <p:nvPr/>
        </p:nvSpPr>
        <p:spPr>
          <a:xfrm>
            <a:off x="11077976" y="6836602"/>
            <a:ext cx="5191125" cy="5848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baseline="18264" sz="5475" spc="179">
                <a:solidFill>
                  <a:srgbClr val="9E563B"/>
                </a:solidFill>
                <a:latin typeface="Times New Roman"/>
                <a:cs typeface="Times New Roman"/>
              </a:rPr>
              <a:t>r</a:t>
            </a:r>
            <a:r>
              <a:rPr dirty="0" sz="2500" spc="484">
                <a:solidFill>
                  <a:srgbClr val="FBDBBD"/>
                </a:solidFill>
                <a:latin typeface="Times New Roman"/>
                <a:cs typeface="Times New Roman"/>
              </a:rPr>
              <a:t>T</a:t>
            </a:r>
            <a:r>
              <a:rPr dirty="0" sz="2500" spc="-530">
                <a:solidFill>
                  <a:srgbClr val="FBDBBD"/>
                </a:solidFill>
                <a:latin typeface="Times New Roman"/>
                <a:cs typeface="Times New Roman"/>
              </a:rPr>
              <a:t>h</a:t>
            </a:r>
            <a:r>
              <a:rPr dirty="0" sz="2500" spc="484">
                <a:solidFill>
                  <a:srgbClr val="FBDBBD"/>
                </a:solidFill>
                <a:latin typeface="Times New Roman"/>
                <a:cs typeface="Times New Roman"/>
              </a:rPr>
              <a:t>Cr</a:t>
            </a:r>
            <a:r>
              <a:rPr dirty="0" sz="2500" spc="-215">
                <a:solidFill>
                  <a:srgbClr val="FBDBBD"/>
                </a:solidFill>
                <a:latin typeface="Times New Roman"/>
                <a:cs typeface="Times New Roman"/>
              </a:rPr>
              <a:t>i</a:t>
            </a:r>
            <a:r>
              <a:rPr dirty="0" sz="2500" spc="-345">
                <a:solidFill>
                  <a:srgbClr val="FBDBBD"/>
                </a:solidFill>
                <a:latin typeface="Times New Roman"/>
                <a:cs typeface="Times New Roman"/>
              </a:rPr>
              <a:t>e</a:t>
            </a:r>
            <a:r>
              <a:rPr dirty="0" sz="2500" spc="484">
                <a:solidFill>
                  <a:srgbClr val="FBDBBD"/>
                </a:solidFill>
                <a:latin typeface="Times New Roman"/>
                <a:cs typeface="Times New Roman"/>
              </a:rPr>
              <a:t>tica</a:t>
            </a:r>
            <a:r>
              <a:rPr dirty="0" sz="2500" spc="490">
                <a:solidFill>
                  <a:srgbClr val="FBDBBD"/>
                </a:solidFill>
                <a:latin typeface="Times New Roman"/>
                <a:cs typeface="Times New Roman"/>
              </a:rPr>
              <a:t>l</a:t>
            </a:r>
            <a:r>
              <a:rPr dirty="0" sz="2500" spc="-130">
                <a:solidFill>
                  <a:srgbClr val="FBDBBD"/>
                </a:solidFill>
                <a:latin typeface="Times New Roman"/>
                <a:cs typeface="Times New Roman"/>
              </a:rPr>
              <a:t> </a:t>
            </a:r>
            <a:r>
              <a:rPr dirty="0" sz="2500" spc="150">
                <a:solidFill>
                  <a:srgbClr val="FBDBBD"/>
                </a:solidFill>
                <a:latin typeface="Times New Roman"/>
                <a:cs typeface="Times New Roman"/>
              </a:rPr>
              <a:t>Step:</a:t>
            </a:r>
            <a:r>
              <a:rPr dirty="0" sz="2500" spc="-155">
                <a:solidFill>
                  <a:srgbClr val="FBDBBD"/>
                </a:solidFill>
                <a:latin typeface="Times New Roman"/>
                <a:cs typeface="Times New Roman"/>
              </a:rPr>
              <a:t> </a:t>
            </a:r>
            <a:r>
              <a:rPr dirty="0" sz="2500" spc="-65">
                <a:solidFill>
                  <a:srgbClr val="FBDBBD"/>
                </a:solidFill>
                <a:latin typeface="Times New Roman"/>
                <a:cs typeface="Times New Roman"/>
              </a:rPr>
              <a:t>ACTIVATION.</a:t>
            </a:r>
            <a:r>
              <a:rPr dirty="0" sz="2500" spc="-185">
                <a:solidFill>
                  <a:srgbClr val="FBDBBD"/>
                </a:solidFill>
                <a:latin typeface="Times New Roman"/>
                <a:cs typeface="Times New Roman"/>
              </a:rPr>
              <a:t> </a:t>
            </a:r>
            <a:r>
              <a:rPr dirty="0" baseline="18264" sz="5475" spc="-37">
                <a:solidFill>
                  <a:srgbClr val="9E563B"/>
                </a:solidFill>
                <a:latin typeface="Times New Roman"/>
                <a:cs typeface="Times New Roman"/>
              </a:rPr>
              <a:t>il</a:t>
            </a:r>
            <a:endParaRPr baseline="18264" sz="5475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11253762" y="7991869"/>
            <a:ext cx="4120515" cy="0"/>
          </a:xfrm>
          <a:custGeom>
            <a:avLst/>
            <a:gdLst/>
            <a:ahLst/>
            <a:cxnLst/>
            <a:rect l="l" t="t" r="r" b="b"/>
            <a:pathLst>
              <a:path w="4120515" h="0">
                <a:moveTo>
                  <a:pt x="0" y="0"/>
                </a:moveTo>
                <a:lnTo>
                  <a:pt x="4120195" y="0"/>
                </a:lnTo>
              </a:path>
            </a:pathLst>
          </a:custGeom>
          <a:ln w="12766">
            <a:solidFill>
              <a:srgbClr val="2D1A1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15909317" y="7991869"/>
            <a:ext cx="51435" cy="0"/>
          </a:xfrm>
          <a:custGeom>
            <a:avLst/>
            <a:gdLst/>
            <a:ahLst/>
            <a:cxnLst/>
            <a:rect l="l" t="t" r="r" b="b"/>
            <a:pathLst>
              <a:path w="51434" h="0">
                <a:moveTo>
                  <a:pt x="0" y="0"/>
                </a:moveTo>
                <a:lnTo>
                  <a:pt x="50947" y="0"/>
                </a:lnTo>
              </a:path>
            </a:pathLst>
          </a:custGeom>
          <a:ln w="12766">
            <a:solidFill>
              <a:srgbClr val="9E563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 txBox="1"/>
          <p:nvPr/>
        </p:nvSpPr>
        <p:spPr>
          <a:xfrm>
            <a:off x="11241061" y="7302565"/>
            <a:ext cx="4863465" cy="8375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950" spc="655">
                <a:solidFill>
                  <a:srgbClr val="8C604B"/>
                </a:solidFill>
                <a:latin typeface="Courier New"/>
                <a:cs typeface="Courier New"/>
              </a:rPr>
              <a:t>�</a:t>
            </a:r>
            <a:r>
              <a:rPr dirty="0" sz="2950" spc="655">
                <a:solidFill>
                  <a:srgbClr val="5D4134"/>
                </a:solidFill>
                <a:latin typeface="Courier New"/>
                <a:cs typeface="Courier New"/>
              </a:rPr>
              <a:t>�</a:t>
            </a:r>
            <a:r>
              <a:rPr dirty="0" sz="2950" spc="655">
                <a:solidFill>
                  <a:srgbClr val="110F0C"/>
                </a:solidFill>
                <a:latin typeface="Courier New"/>
                <a:cs typeface="Courier New"/>
              </a:rPr>
              <a:t>r</a:t>
            </a:r>
            <a:r>
              <a:rPr dirty="0" sz="2950" spc="655">
                <a:solidFill>
                  <a:srgbClr val="2D1A13"/>
                </a:solidFill>
                <a:latin typeface="Courier New"/>
                <a:cs typeface="Courier New"/>
              </a:rPr>
              <a:t>ce</a:t>
            </a:r>
            <a:r>
              <a:rPr dirty="0" sz="2950" spc="-745">
                <a:solidFill>
                  <a:srgbClr val="2D1A13"/>
                </a:solidFill>
                <a:latin typeface="Courier New"/>
                <a:cs typeface="Courier New"/>
              </a:rPr>
              <a:t> </a:t>
            </a:r>
            <a:r>
              <a:rPr dirty="0" sz="2950" spc="-520">
                <a:solidFill>
                  <a:srgbClr val="2D1A13"/>
                </a:solidFill>
                <a:latin typeface="Courier New"/>
                <a:cs typeface="Courier New"/>
              </a:rPr>
              <a:t>venv/bin/activa</a:t>
            </a:r>
            <a:r>
              <a:rPr dirty="0" u="heavy" sz="2950" spc="-520">
                <a:solidFill>
                  <a:srgbClr val="2D1A13"/>
                </a:solidFill>
                <a:uFill>
                  <a:solidFill>
                    <a:srgbClr val="2D1A13"/>
                  </a:solidFill>
                </a:uFill>
                <a:latin typeface="Courier New"/>
                <a:cs typeface="Courier New"/>
              </a:rPr>
              <a:t>te</a:t>
            </a:r>
            <a:r>
              <a:rPr dirty="0" u="none" sz="5300" spc="-520">
                <a:solidFill>
                  <a:srgbClr val="9E563B"/>
                </a:solidFill>
                <a:latin typeface="Arial"/>
                <a:cs typeface="Arial"/>
              </a:rPr>
              <a:t>I</a:t>
            </a:r>
            <a:endParaRPr sz="530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1057275" y="7928107"/>
            <a:ext cx="840740" cy="5003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100" spc="65">
                <a:solidFill>
                  <a:srgbClr val="3F5966"/>
                </a:solidFill>
                <a:latin typeface="Arial"/>
                <a:cs typeface="Arial"/>
              </a:rPr>
              <a:t>�</a:t>
            </a:r>
            <a:r>
              <a:rPr dirty="0" sz="3100" spc="65">
                <a:solidFill>
                  <a:srgbClr val="BD542A"/>
                </a:solidFill>
                <a:latin typeface="Arial"/>
                <a:cs typeface="Arial"/>
              </a:rPr>
              <a:t>'il</a:t>
            </a:r>
            <a:r>
              <a:rPr dirty="0" sz="3100" spc="65">
                <a:solidFill>
                  <a:srgbClr val="284654"/>
                </a:solidFill>
                <a:latin typeface="Arial"/>
                <a:cs typeface="Arial"/>
              </a:rPr>
              <a:t>-</a:t>
            </a:r>
            <a:endParaRPr sz="3100">
              <a:latin typeface="Arial"/>
              <a:cs typeface="Arial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15373957" y="7925152"/>
            <a:ext cx="203835" cy="540385"/>
          </a:xfrm>
          <a:custGeom>
            <a:avLst/>
            <a:gdLst/>
            <a:ahLst/>
            <a:cxnLst/>
            <a:rect l="l" t="t" r="r" b="b"/>
            <a:pathLst>
              <a:path w="203834" h="540384">
                <a:moveTo>
                  <a:pt x="203790" y="539905"/>
                </a:moveTo>
                <a:lnTo>
                  <a:pt x="0" y="539905"/>
                </a:lnTo>
                <a:lnTo>
                  <a:pt x="0" y="0"/>
                </a:lnTo>
                <a:lnTo>
                  <a:pt x="203790" y="0"/>
                </a:lnTo>
                <a:lnTo>
                  <a:pt x="203790" y="539905"/>
                </a:lnTo>
                <a:close/>
              </a:path>
            </a:pathLst>
          </a:custGeom>
          <a:solidFill>
            <a:srgbClr val="F4F4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 txBox="1"/>
          <p:nvPr/>
        </p:nvSpPr>
        <p:spPr>
          <a:xfrm>
            <a:off x="15361259" y="7928107"/>
            <a:ext cx="955040" cy="5003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586740" algn="l"/>
              </a:tabLst>
            </a:pPr>
            <a:r>
              <a:rPr dirty="0" sz="3100" spc="145">
                <a:solidFill>
                  <a:srgbClr val="B1B3AC"/>
                </a:solidFill>
                <a:latin typeface="Arial"/>
                <a:cs typeface="Arial"/>
              </a:rPr>
              <a:t>-</a:t>
            </a:r>
            <a:r>
              <a:rPr dirty="0" sz="3100">
                <a:solidFill>
                  <a:srgbClr val="B1B3AC"/>
                </a:solidFill>
                <a:latin typeface="Arial"/>
                <a:cs typeface="Arial"/>
              </a:rPr>
              <a:t>	</a:t>
            </a:r>
            <a:r>
              <a:rPr dirty="0" sz="3100" spc="-325">
                <a:solidFill>
                  <a:srgbClr val="546972"/>
                </a:solidFill>
                <a:latin typeface="Arial"/>
                <a:cs typeface="Arial"/>
              </a:rPr>
              <a:t>�</a:t>
            </a:r>
            <a:endParaRPr sz="310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1542748" y="8260026"/>
            <a:ext cx="4428490" cy="454659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686435" algn="l"/>
              </a:tabLst>
            </a:pPr>
            <a:r>
              <a:rPr dirty="0" sz="2450" spc="165">
                <a:solidFill>
                  <a:srgbClr val="9E563B"/>
                </a:solidFill>
                <a:latin typeface="Times New Roman"/>
                <a:cs typeface="Times New Roman"/>
              </a:rPr>
              <a:t>l_</a:t>
            </a:r>
            <a:r>
              <a:rPr dirty="0" sz="2450">
                <a:solidFill>
                  <a:srgbClr val="9E563B"/>
                </a:solidFill>
                <a:latin typeface="Times New Roman"/>
                <a:cs typeface="Times New Roman"/>
              </a:rPr>
              <a:t>	</a:t>
            </a:r>
            <a:r>
              <a:rPr dirty="0" sz="2800">
                <a:solidFill>
                  <a:srgbClr val="110F0C"/>
                </a:solidFill>
                <a:latin typeface="Times New Roman"/>
                <a:cs typeface="Times New Roman"/>
              </a:rPr>
              <a:t>Tells</a:t>
            </a:r>
            <a:r>
              <a:rPr dirty="0" sz="2800" spc="-50">
                <a:solidFill>
                  <a:srgbClr val="110F0C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110F0C"/>
                </a:solidFill>
                <a:latin typeface="Times New Roman"/>
                <a:cs typeface="Times New Roman"/>
              </a:rPr>
              <a:t>the</a:t>
            </a:r>
            <a:r>
              <a:rPr dirty="0" sz="2800" spc="160">
                <a:solidFill>
                  <a:srgbClr val="110F0C"/>
                </a:solidFill>
                <a:latin typeface="Times New Roman"/>
                <a:cs typeface="Times New Roman"/>
              </a:rPr>
              <a:t> </a:t>
            </a:r>
            <a:r>
              <a:rPr dirty="0" sz="2800" spc="75">
                <a:solidFill>
                  <a:srgbClr val="110F0C"/>
                </a:solidFill>
                <a:latin typeface="Times New Roman"/>
                <a:cs typeface="Times New Roman"/>
              </a:rPr>
              <a:t>terminal</a:t>
            </a:r>
            <a:r>
              <a:rPr dirty="0" sz="2800">
                <a:solidFill>
                  <a:srgbClr val="110F0C"/>
                </a:solidFill>
                <a:latin typeface="Times New Roman"/>
                <a:cs typeface="Times New Roman"/>
              </a:rPr>
              <a:t> </a:t>
            </a:r>
            <a:r>
              <a:rPr dirty="0" sz="2800" spc="75">
                <a:solidFill>
                  <a:srgbClr val="110F0C"/>
                </a:solidFill>
                <a:latin typeface="Times New Roman"/>
                <a:cs typeface="Times New Roman"/>
              </a:rPr>
              <a:t>to</a:t>
            </a:r>
            <a:r>
              <a:rPr dirty="0" sz="2800" spc="-140">
                <a:solidFill>
                  <a:srgbClr val="110F0C"/>
                </a:solidFill>
                <a:latin typeface="Times New Roman"/>
                <a:cs typeface="Times New Roman"/>
              </a:rPr>
              <a:t> </a:t>
            </a:r>
            <a:r>
              <a:rPr dirty="0" sz="2800" spc="-20">
                <a:solidFill>
                  <a:srgbClr val="110F0C"/>
                </a:solidFill>
                <a:latin typeface="Times New Roman"/>
                <a:cs typeface="Times New Roman"/>
              </a:rPr>
              <a:t>look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6303446" y="8260026"/>
            <a:ext cx="936625" cy="454659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800" spc="140">
                <a:solidFill>
                  <a:srgbClr val="6E7775"/>
                </a:solidFill>
                <a:latin typeface="Times New Roman"/>
                <a:cs typeface="Times New Roman"/>
              </a:rPr>
              <a:t>.-</a:t>
            </a:r>
            <a:r>
              <a:rPr dirty="0" sz="2800" spc="155">
                <a:solidFill>
                  <a:srgbClr val="6E7775"/>
                </a:solidFill>
                <a:latin typeface="Times New Roman"/>
                <a:cs typeface="Times New Roman"/>
              </a:rPr>
              <a:t>----</a:t>
            </a:r>
            <a:r>
              <a:rPr dirty="0" sz="2800" spc="65">
                <a:solidFill>
                  <a:srgbClr val="6E7775"/>
                </a:solidFill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17242604" y="8324076"/>
            <a:ext cx="165735" cy="859790"/>
          </a:xfrm>
          <a:custGeom>
            <a:avLst/>
            <a:gdLst/>
            <a:ahLst/>
            <a:cxnLst/>
            <a:rect l="l" t="t" r="r" b="b"/>
            <a:pathLst>
              <a:path w="165734" h="859790">
                <a:moveTo>
                  <a:pt x="165579" y="859283"/>
                </a:moveTo>
                <a:lnTo>
                  <a:pt x="0" y="859283"/>
                </a:lnTo>
                <a:lnTo>
                  <a:pt x="0" y="0"/>
                </a:lnTo>
                <a:lnTo>
                  <a:pt x="165579" y="0"/>
                </a:lnTo>
                <a:lnTo>
                  <a:pt x="165579" y="859283"/>
                </a:lnTo>
                <a:close/>
              </a:path>
            </a:pathLst>
          </a:custGeom>
          <a:solidFill>
            <a:srgbClr val="F4F4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 txBox="1"/>
          <p:nvPr/>
        </p:nvSpPr>
        <p:spPr>
          <a:xfrm>
            <a:off x="12229515" y="8055768"/>
            <a:ext cx="5231765" cy="11283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5012690" algn="l"/>
              </a:tabLst>
            </a:pPr>
            <a:r>
              <a:rPr dirty="0" sz="2800" spc="50">
                <a:solidFill>
                  <a:srgbClr val="110F0C"/>
                </a:solidFill>
                <a:latin typeface="Times New Roman"/>
                <a:cs typeface="Times New Roman"/>
              </a:rPr>
              <a:t>inside</a:t>
            </a:r>
            <a:r>
              <a:rPr dirty="0" sz="2800" spc="-25">
                <a:solidFill>
                  <a:srgbClr val="110F0C"/>
                </a:solidFill>
                <a:latin typeface="Times New Roman"/>
                <a:cs typeface="Times New Roman"/>
              </a:rPr>
              <a:t> </a:t>
            </a:r>
            <a:r>
              <a:rPr dirty="0" sz="2800" spc="50">
                <a:solidFill>
                  <a:srgbClr val="110F0C"/>
                </a:solidFill>
                <a:latin typeface="Times New Roman"/>
                <a:cs typeface="Times New Roman"/>
              </a:rPr>
              <a:t>the</a:t>
            </a:r>
            <a:r>
              <a:rPr dirty="0" sz="2800" spc="200">
                <a:solidFill>
                  <a:srgbClr val="110F0C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110F0C"/>
                </a:solidFill>
                <a:latin typeface="Times New Roman"/>
                <a:cs typeface="Times New Roman"/>
              </a:rPr>
              <a:t>jar,</a:t>
            </a:r>
            <a:r>
              <a:rPr dirty="0" sz="2800" spc="-170">
                <a:solidFill>
                  <a:srgbClr val="110F0C"/>
                </a:solidFill>
                <a:latin typeface="Times New Roman"/>
                <a:cs typeface="Times New Roman"/>
              </a:rPr>
              <a:t> </a:t>
            </a:r>
            <a:r>
              <a:rPr dirty="0" sz="2800" spc="114">
                <a:solidFill>
                  <a:srgbClr val="110F0C"/>
                </a:solidFill>
                <a:latin typeface="Times New Roman"/>
                <a:cs typeface="Times New Roman"/>
              </a:rPr>
              <a:t>not</a:t>
            </a:r>
            <a:r>
              <a:rPr dirty="0" sz="2800" spc="-85">
                <a:solidFill>
                  <a:srgbClr val="110F0C"/>
                </a:solidFill>
                <a:latin typeface="Times New Roman"/>
                <a:cs typeface="Times New Roman"/>
              </a:rPr>
              <a:t> </a:t>
            </a:r>
            <a:r>
              <a:rPr dirty="0" sz="2800" spc="50">
                <a:solidFill>
                  <a:srgbClr val="110F0C"/>
                </a:solidFill>
                <a:latin typeface="Times New Roman"/>
                <a:cs typeface="Times New Roman"/>
              </a:rPr>
              <a:t>outside.</a:t>
            </a:r>
            <a:r>
              <a:rPr dirty="0" sz="2800" spc="45">
                <a:solidFill>
                  <a:srgbClr val="110F0C"/>
                </a:solidFill>
                <a:latin typeface="Times New Roman"/>
                <a:cs typeface="Times New Roman"/>
              </a:rPr>
              <a:t> </a:t>
            </a:r>
            <a:r>
              <a:rPr dirty="0" sz="7200" spc="130" i="1">
                <a:solidFill>
                  <a:srgbClr val="6E7775"/>
                </a:solidFill>
                <a:latin typeface="Times New Roman"/>
                <a:cs typeface="Times New Roman"/>
              </a:rPr>
              <a:t>*</a:t>
            </a:r>
            <a:r>
              <a:rPr dirty="0" sz="7200" i="1">
                <a:solidFill>
                  <a:srgbClr val="6E7775"/>
                </a:solidFill>
                <a:latin typeface="Times New Roman"/>
                <a:cs typeface="Times New Roman"/>
              </a:rPr>
              <a:t>	</a:t>
            </a:r>
            <a:r>
              <a:rPr dirty="0" sz="5000" spc="-50">
                <a:solidFill>
                  <a:srgbClr val="B1B3AC"/>
                </a:solidFill>
                <a:latin typeface="Times New Roman"/>
                <a:cs typeface="Times New Roman"/>
              </a:rPr>
              <a:t>I</a:t>
            </a:r>
            <a:endParaRPr sz="5000">
              <a:latin typeface="Times New Roman"/>
              <a:cs typeface="Times New Roman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15498168" y="9415112"/>
            <a:ext cx="128270" cy="226695"/>
            <a:chOff x="15498168" y="9415112"/>
            <a:chExt cx="128270" cy="226695"/>
          </a:xfrm>
        </p:grpSpPr>
        <p:sp>
          <p:nvSpPr>
            <p:cNvPr id="72" name="object 72"/>
            <p:cNvSpPr/>
            <p:nvPr/>
          </p:nvSpPr>
          <p:spPr>
            <a:xfrm>
              <a:off x="15498168" y="9415112"/>
              <a:ext cx="38735" cy="226695"/>
            </a:xfrm>
            <a:custGeom>
              <a:avLst/>
              <a:gdLst/>
              <a:ahLst/>
              <a:cxnLst/>
              <a:rect l="l" t="t" r="r" b="b"/>
              <a:pathLst>
                <a:path w="38734" h="226695">
                  <a:moveTo>
                    <a:pt x="38210" y="226411"/>
                  </a:moveTo>
                  <a:lnTo>
                    <a:pt x="0" y="226411"/>
                  </a:lnTo>
                  <a:lnTo>
                    <a:pt x="0" y="0"/>
                  </a:lnTo>
                  <a:lnTo>
                    <a:pt x="38210" y="0"/>
                  </a:lnTo>
                  <a:lnTo>
                    <a:pt x="38210" y="226411"/>
                  </a:lnTo>
                  <a:close/>
                </a:path>
              </a:pathLst>
            </a:custGeom>
            <a:solidFill>
              <a:srgbClr val="F4F4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15498168" y="9587637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69" h="0">
                  <a:moveTo>
                    <a:pt x="0" y="0"/>
                  </a:moveTo>
                  <a:lnTo>
                    <a:pt x="127649" y="0"/>
                  </a:lnTo>
                </a:path>
              </a:pathLst>
            </a:custGeom>
            <a:ln w="12766">
              <a:solidFill>
                <a:srgbClr val="A09E9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4" name="object 74"/>
          <p:cNvSpPr/>
          <p:nvPr/>
        </p:nvSpPr>
        <p:spPr>
          <a:xfrm>
            <a:off x="15668142" y="9481468"/>
            <a:ext cx="93345" cy="139700"/>
          </a:xfrm>
          <a:custGeom>
            <a:avLst/>
            <a:gdLst/>
            <a:ahLst/>
            <a:cxnLst/>
            <a:rect l="l" t="t" r="r" b="b"/>
            <a:pathLst>
              <a:path w="93344" h="139700">
                <a:moveTo>
                  <a:pt x="92974" y="139330"/>
                </a:moveTo>
                <a:lnTo>
                  <a:pt x="0" y="139330"/>
                </a:lnTo>
                <a:lnTo>
                  <a:pt x="0" y="0"/>
                </a:lnTo>
                <a:lnTo>
                  <a:pt x="92974" y="0"/>
                </a:lnTo>
                <a:lnTo>
                  <a:pt x="92974" y="139330"/>
                </a:lnTo>
                <a:close/>
              </a:path>
            </a:pathLst>
          </a:custGeom>
          <a:solidFill>
            <a:srgbClr val="F4F4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15875754" y="9481468"/>
            <a:ext cx="114935" cy="139700"/>
          </a:xfrm>
          <a:custGeom>
            <a:avLst/>
            <a:gdLst/>
            <a:ahLst/>
            <a:cxnLst/>
            <a:rect l="l" t="t" r="r" b="b"/>
            <a:pathLst>
              <a:path w="114934" h="139700">
                <a:moveTo>
                  <a:pt x="114632" y="139330"/>
                </a:moveTo>
                <a:lnTo>
                  <a:pt x="0" y="139330"/>
                </a:lnTo>
                <a:lnTo>
                  <a:pt x="0" y="0"/>
                </a:lnTo>
                <a:lnTo>
                  <a:pt x="114632" y="0"/>
                </a:lnTo>
                <a:lnTo>
                  <a:pt x="114632" y="139330"/>
                </a:lnTo>
                <a:close/>
              </a:path>
            </a:pathLst>
          </a:custGeom>
          <a:solidFill>
            <a:srgbClr val="F4F4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 txBox="1"/>
          <p:nvPr/>
        </p:nvSpPr>
        <p:spPr>
          <a:xfrm>
            <a:off x="15485465" y="9408979"/>
            <a:ext cx="1920875" cy="224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86435" algn="l"/>
              </a:tabLst>
            </a:pPr>
            <a:r>
              <a:rPr dirty="0" sz="1300">
                <a:solidFill>
                  <a:srgbClr val="C3C6C3"/>
                </a:solidFill>
                <a:latin typeface="Arial"/>
                <a:cs typeface="Arial"/>
              </a:rPr>
              <a:t>I</a:t>
            </a:r>
            <a:r>
              <a:rPr dirty="0" sz="1300">
                <a:solidFill>
                  <a:srgbClr val="A09E97"/>
                </a:solidFill>
                <a:latin typeface="Arial"/>
                <a:cs typeface="Arial"/>
              </a:rPr>
              <a:t>E</a:t>
            </a:r>
            <a:r>
              <a:rPr dirty="0" u="heavy" sz="800">
                <a:solidFill>
                  <a:srgbClr val="B1B3AC"/>
                </a:solidFill>
                <a:uFill>
                  <a:solidFill>
                    <a:srgbClr val="B1B3AC"/>
                  </a:solidFill>
                </a:uFill>
                <a:latin typeface="Arial"/>
                <a:cs typeface="Arial"/>
              </a:rPr>
              <a:t>11</a:t>
            </a:r>
            <a:r>
              <a:rPr dirty="0" u="none" sz="800" spc="150">
                <a:solidFill>
                  <a:srgbClr val="B1B3AC"/>
                </a:solidFill>
                <a:latin typeface="Arial"/>
                <a:cs typeface="Arial"/>
              </a:rPr>
              <a:t>  </a:t>
            </a:r>
            <a:r>
              <a:rPr dirty="0" u="heavy" sz="800" spc="-70">
                <a:solidFill>
                  <a:srgbClr val="B1B3AC"/>
                </a:solidFill>
                <a:uFill>
                  <a:solidFill>
                    <a:srgbClr val="B1B3AC"/>
                  </a:solidFill>
                </a:uFill>
                <a:latin typeface="Arial"/>
                <a:cs typeface="Arial"/>
              </a:rPr>
              <a:t>1</a:t>
            </a:r>
            <a:r>
              <a:rPr dirty="0" u="heavy" sz="800" spc="180">
                <a:solidFill>
                  <a:srgbClr val="B1B3AC"/>
                </a:solidFill>
                <a:uFill>
                  <a:solidFill>
                    <a:srgbClr val="B1B3AC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800" spc="-50">
                <a:solidFill>
                  <a:srgbClr val="B1B3AC"/>
                </a:solidFill>
                <a:uFill>
                  <a:solidFill>
                    <a:srgbClr val="B1B3AC"/>
                  </a:solidFill>
                </a:uFill>
                <a:latin typeface="Arial"/>
                <a:cs typeface="Arial"/>
              </a:rPr>
              <a:t>1</a:t>
            </a:r>
            <a:r>
              <a:rPr dirty="0" u="none" sz="800">
                <a:solidFill>
                  <a:srgbClr val="B1B3AC"/>
                </a:solidFill>
                <a:latin typeface="Arial"/>
                <a:cs typeface="Arial"/>
              </a:rPr>
              <a:t>	</a:t>
            </a:r>
            <a:r>
              <a:rPr dirty="0" u="none" sz="1150" spc="-30">
                <a:solidFill>
                  <a:srgbClr val="2D2F2D"/>
                </a:solidFill>
                <a:latin typeface="Times New Roman"/>
                <a:cs typeface="Times New Roman"/>
              </a:rPr>
              <a:t>II;,\ </a:t>
            </a:r>
            <a:r>
              <a:rPr dirty="0" u="none" sz="1300" spc="-10">
                <a:solidFill>
                  <a:srgbClr val="110F0C"/>
                </a:solidFill>
                <a:latin typeface="Arial"/>
                <a:cs typeface="Arial"/>
              </a:rPr>
              <a:t>N</a:t>
            </a:r>
            <a:r>
              <a:rPr dirty="0" u="none" sz="1300" spc="-10">
                <a:solidFill>
                  <a:srgbClr val="2D2F2D"/>
                </a:solidFill>
                <a:latin typeface="Arial"/>
                <a:cs typeface="Arial"/>
              </a:rPr>
              <a:t>otebookL</a:t>
            </a:r>
            <a:r>
              <a:rPr dirty="0" u="none" sz="1300" spc="-10">
                <a:solidFill>
                  <a:srgbClr val="110F0C"/>
                </a:solidFill>
                <a:latin typeface="Arial"/>
                <a:cs typeface="Arial"/>
              </a:rPr>
              <a:t>M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9688" y="1710927"/>
            <a:ext cx="1299165" cy="112342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39802" y="3702446"/>
            <a:ext cx="2445487" cy="30638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17512" y="4391818"/>
            <a:ext cx="891584" cy="1148953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7361938" y="3447124"/>
            <a:ext cx="2776855" cy="2477135"/>
            <a:chOff x="7361938" y="3447124"/>
            <a:chExt cx="2776855" cy="2477135"/>
          </a:xfrm>
        </p:grpSpPr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61938" y="3447124"/>
              <a:ext cx="2776647" cy="247663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947837" y="3472656"/>
              <a:ext cx="611372" cy="280855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316904" y="2706687"/>
            <a:ext cx="2470962" cy="421282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940703" y="4468414"/>
            <a:ext cx="2674753" cy="120001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6379673" y="1021556"/>
            <a:ext cx="738741" cy="385537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3119024" y="6357805"/>
            <a:ext cx="1120848" cy="102129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07581" y="8630179"/>
            <a:ext cx="687793" cy="66383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267170" y="9217421"/>
            <a:ext cx="1859589" cy="204258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177101" y="9217421"/>
            <a:ext cx="636845" cy="204258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6456100" y="8528050"/>
            <a:ext cx="993479" cy="740436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120848" y="9421679"/>
            <a:ext cx="891584" cy="204258"/>
          </a:xfrm>
          <a:prstGeom prst="rect">
            <a:avLst/>
          </a:prstGeom>
        </p:spPr>
      </p:pic>
      <p:sp>
        <p:nvSpPr>
          <p:cNvPr id="17" name="object 17"/>
          <p:cNvSpPr/>
          <p:nvPr/>
        </p:nvSpPr>
        <p:spPr>
          <a:xfrm>
            <a:off x="191053" y="7787611"/>
            <a:ext cx="0" cy="817244"/>
          </a:xfrm>
          <a:custGeom>
            <a:avLst/>
            <a:gdLst/>
            <a:ahLst/>
            <a:cxnLst/>
            <a:rect l="l" t="t" r="r" b="b"/>
            <a:pathLst>
              <a:path w="0" h="817245">
                <a:moveTo>
                  <a:pt x="0" y="817033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31159" y="8553579"/>
            <a:ext cx="0" cy="842644"/>
          </a:xfrm>
          <a:custGeom>
            <a:avLst/>
            <a:gdLst/>
            <a:ahLst/>
            <a:cxnLst/>
            <a:rect l="l" t="t" r="r" b="b"/>
            <a:pathLst>
              <a:path w="0" h="842645">
                <a:moveTo>
                  <a:pt x="0" y="842565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58529" y="4647140"/>
            <a:ext cx="0" cy="3830320"/>
          </a:xfrm>
          <a:custGeom>
            <a:avLst/>
            <a:gdLst/>
            <a:ahLst/>
            <a:cxnLst/>
            <a:rect l="l" t="t" r="r" b="b"/>
            <a:pathLst>
              <a:path w="0" h="3830320">
                <a:moveTo>
                  <a:pt x="0" y="3829842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58529" y="1379008"/>
            <a:ext cx="0" cy="1812925"/>
          </a:xfrm>
          <a:custGeom>
            <a:avLst/>
            <a:gdLst/>
            <a:ahLst/>
            <a:cxnLst/>
            <a:rect l="l" t="t" r="r" b="b"/>
            <a:pathLst>
              <a:path w="0" h="1812925">
                <a:moveTo>
                  <a:pt x="0" y="1812792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49582" y="2706686"/>
            <a:ext cx="0" cy="511175"/>
          </a:xfrm>
          <a:custGeom>
            <a:avLst/>
            <a:gdLst/>
            <a:ahLst/>
            <a:cxnLst/>
            <a:rect l="l" t="t" r="r" b="b"/>
            <a:pathLst>
              <a:path w="0" h="511175">
                <a:moveTo>
                  <a:pt x="0" y="510645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159059" y="8553579"/>
            <a:ext cx="0" cy="842644"/>
          </a:xfrm>
          <a:custGeom>
            <a:avLst/>
            <a:gdLst/>
            <a:ahLst/>
            <a:cxnLst/>
            <a:rect l="l" t="t" r="r" b="b"/>
            <a:pathLst>
              <a:path w="0" h="842645">
                <a:moveTo>
                  <a:pt x="0" y="842565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343593" y="3702445"/>
            <a:ext cx="0" cy="459740"/>
          </a:xfrm>
          <a:custGeom>
            <a:avLst/>
            <a:gdLst/>
            <a:ahLst/>
            <a:cxnLst/>
            <a:rect l="l" t="t" r="r" b="b"/>
            <a:pathLst>
              <a:path w="0" h="459739">
                <a:moveTo>
                  <a:pt x="0" y="459581"/>
                </a:moveTo>
                <a:lnTo>
                  <a:pt x="0" y="0"/>
                </a:lnTo>
              </a:path>
            </a:pathLst>
          </a:custGeom>
          <a:ln w="636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292038" y="5055656"/>
            <a:ext cx="0" cy="511175"/>
          </a:xfrm>
          <a:custGeom>
            <a:avLst/>
            <a:gdLst/>
            <a:ahLst/>
            <a:cxnLst/>
            <a:rect l="l" t="t" r="r" b="b"/>
            <a:pathLst>
              <a:path w="0" h="511175">
                <a:moveTo>
                  <a:pt x="0" y="510645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304775" y="4059897"/>
            <a:ext cx="0" cy="408940"/>
          </a:xfrm>
          <a:custGeom>
            <a:avLst/>
            <a:gdLst/>
            <a:ahLst/>
            <a:cxnLst/>
            <a:rect l="l" t="t" r="r" b="b"/>
            <a:pathLst>
              <a:path w="0" h="408939">
                <a:moveTo>
                  <a:pt x="0" y="408516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368459" y="2400299"/>
            <a:ext cx="0" cy="868680"/>
          </a:xfrm>
          <a:custGeom>
            <a:avLst/>
            <a:gdLst/>
            <a:ahLst/>
            <a:cxnLst/>
            <a:rect l="l" t="t" r="r" b="b"/>
            <a:pathLst>
              <a:path w="0" h="868679">
                <a:moveTo>
                  <a:pt x="0" y="868097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2940710" y="2349234"/>
            <a:ext cx="0" cy="1327785"/>
          </a:xfrm>
          <a:custGeom>
            <a:avLst/>
            <a:gdLst/>
            <a:ahLst/>
            <a:cxnLst/>
            <a:rect l="l" t="t" r="r" b="b"/>
            <a:pathLst>
              <a:path w="0" h="1327785">
                <a:moveTo>
                  <a:pt x="0" y="1327678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2991657" y="4110962"/>
            <a:ext cx="0" cy="689610"/>
          </a:xfrm>
          <a:custGeom>
            <a:avLst/>
            <a:gdLst/>
            <a:ahLst/>
            <a:cxnLst/>
            <a:rect l="l" t="t" r="r" b="b"/>
            <a:pathLst>
              <a:path w="0" h="689610">
                <a:moveTo>
                  <a:pt x="0" y="689371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3004394" y="6000351"/>
            <a:ext cx="0" cy="1097915"/>
          </a:xfrm>
          <a:custGeom>
            <a:avLst/>
            <a:gdLst/>
            <a:ahLst/>
            <a:cxnLst/>
            <a:rect l="l" t="t" r="r" b="b"/>
            <a:pathLst>
              <a:path w="0" h="1097915">
                <a:moveTo>
                  <a:pt x="0" y="1097888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4227139" y="2349234"/>
            <a:ext cx="0" cy="715010"/>
          </a:xfrm>
          <a:custGeom>
            <a:avLst/>
            <a:gdLst/>
            <a:ahLst/>
            <a:cxnLst/>
            <a:rect l="l" t="t" r="r" b="b"/>
            <a:pathLst>
              <a:path w="0" h="715010">
                <a:moveTo>
                  <a:pt x="0" y="714903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4252612" y="6025883"/>
            <a:ext cx="0" cy="1072515"/>
          </a:xfrm>
          <a:custGeom>
            <a:avLst/>
            <a:gdLst/>
            <a:ahLst/>
            <a:cxnLst/>
            <a:rect l="l" t="t" r="r" b="b"/>
            <a:pathLst>
              <a:path w="0" h="1072515">
                <a:moveTo>
                  <a:pt x="0" y="1072355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5666411" y="1430072"/>
            <a:ext cx="0" cy="612775"/>
          </a:xfrm>
          <a:custGeom>
            <a:avLst/>
            <a:gdLst/>
            <a:ahLst/>
            <a:cxnLst/>
            <a:rect l="l" t="t" r="r" b="b"/>
            <a:pathLst>
              <a:path w="0" h="612775">
                <a:moveTo>
                  <a:pt x="0" y="612774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6354204" y="8553579"/>
            <a:ext cx="0" cy="817244"/>
          </a:xfrm>
          <a:custGeom>
            <a:avLst/>
            <a:gdLst/>
            <a:ahLst/>
            <a:cxnLst/>
            <a:rect l="l" t="t" r="r" b="b"/>
            <a:pathLst>
              <a:path w="0" h="817245">
                <a:moveTo>
                  <a:pt x="0" y="817033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2915236" y="2362000"/>
            <a:ext cx="643255" cy="0"/>
          </a:xfrm>
          <a:custGeom>
            <a:avLst/>
            <a:gdLst/>
            <a:ahLst/>
            <a:cxnLst/>
            <a:rect l="l" t="t" r="r" b="b"/>
            <a:pathLst>
              <a:path w="643255" h="0">
                <a:moveTo>
                  <a:pt x="0" y="0"/>
                </a:moveTo>
                <a:lnTo>
                  <a:pt x="642883" y="0"/>
                </a:lnTo>
              </a:path>
            </a:pathLst>
          </a:custGeom>
          <a:ln w="382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3609066" y="2362000"/>
            <a:ext cx="681990" cy="0"/>
          </a:xfrm>
          <a:custGeom>
            <a:avLst/>
            <a:gdLst/>
            <a:ahLst/>
            <a:cxnLst/>
            <a:rect l="l" t="t" r="r" b="b"/>
            <a:pathLst>
              <a:path w="681990" h="0">
                <a:moveTo>
                  <a:pt x="0" y="0"/>
                </a:moveTo>
                <a:lnTo>
                  <a:pt x="681756" y="0"/>
                </a:lnTo>
              </a:path>
            </a:pathLst>
          </a:custGeom>
          <a:ln w="382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388020" y="2425831"/>
            <a:ext cx="3056890" cy="0"/>
          </a:xfrm>
          <a:custGeom>
            <a:avLst/>
            <a:gdLst/>
            <a:ahLst/>
            <a:cxnLst/>
            <a:rect l="l" t="t" r="r" b="b"/>
            <a:pathLst>
              <a:path w="3056890" h="0">
                <a:moveTo>
                  <a:pt x="0" y="0"/>
                </a:moveTo>
                <a:lnTo>
                  <a:pt x="3056860" y="0"/>
                </a:lnTo>
              </a:path>
            </a:pathLst>
          </a:custGeom>
          <a:ln w="382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2915236" y="2579025"/>
            <a:ext cx="643255" cy="0"/>
          </a:xfrm>
          <a:custGeom>
            <a:avLst/>
            <a:gdLst/>
            <a:ahLst/>
            <a:cxnLst/>
            <a:rect l="l" t="t" r="r" b="b"/>
            <a:pathLst>
              <a:path w="643255" h="0">
                <a:moveTo>
                  <a:pt x="0" y="0"/>
                </a:moveTo>
                <a:lnTo>
                  <a:pt x="642883" y="0"/>
                </a:lnTo>
              </a:path>
            </a:pathLst>
          </a:custGeom>
          <a:ln w="382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3609066" y="2579025"/>
            <a:ext cx="681990" cy="0"/>
          </a:xfrm>
          <a:custGeom>
            <a:avLst/>
            <a:gdLst/>
            <a:ahLst/>
            <a:cxnLst/>
            <a:rect l="l" t="t" r="r" b="b"/>
            <a:pathLst>
              <a:path w="681990" h="0">
                <a:moveTo>
                  <a:pt x="0" y="0"/>
                </a:moveTo>
                <a:lnTo>
                  <a:pt x="681756" y="0"/>
                </a:lnTo>
              </a:path>
            </a:pathLst>
          </a:custGeom>
          <a:ln w="382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413494" y="3204566"/>
            <a:ext cx="3031490" cy="0"/>
          </a:xfrm>
          <a:custGeom>
            <a:avLst/>
            <a:gdLst/>
            <a:ahLst/>
            <a:cxnLst/>
            <a:rect l="l" t="t" r="r" b="b"/>
            <a:pathLst>
              <a:path w="3031490" h="0">
                <a:moveTo>
                  <a:pt x="0" y="0"/>
                </a:moveTo>
                <a:lnTo>
                  <a:pt x="3031386" y="0"/>
                </a:lnTo>
              </a:path>
            </a:pathLst>
          </a:custGeom>
          <a:ln w="382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4661712" y="5081189"/>
            <a:ext cx="1681480" cy="0"/>
          </a:xfrm>
          <a:custGeom>
            <a:avLst/>
            <a:gdLst/>
            <a:ahLst/>
            <a:cxnLst/>
            <a:rect l="l" t="t" r="r" b="b"/>
            <a:pathLst>
              <a:path w="1681479" h="0">
                <a:moveTo>
                  <a:pt x="0" y="0"/>
                </a:moveTo>
                <a:lnTo>
                  <a:pt x="1681273" y="0"/>
                </a:lnTo>
              </a:path>
            </a:pathLst>
          </a:custGeom>
          <a:ln w="382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2915236" y="6038650"/>
            <a:ext cx="1452245" cy="0"/>
          </a:xfrm>
          <a:custGeom>
            <a:avLst/>
            <a:gdLst/>
            <a:ahLst/>
            <a:cxnLst/>
            <a:rect l="l" t="t" r="r" b="b"/>
            <a:pathLst>
              <a:path w="1452244" h="0">
                <a:moveTo>
                  <a:pt x="0" y="0"/>
                </a:moveTo>
                <a:lnTo>
                  <a:pt x="1452008" y="0"/>
                </a:lnTo>
              </a:path>
            </a:pathLst>
          </a:custGeom>
          <a:ln w="382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2915236" y="6166311"/>
            <a:ext cx="1452245" cy="0"/>
          </a:xfrm>
          <a:custGeom>
            <a:avLst/>
            <a:gdLst/>
            <a:ahLst/>
            <a:cxnLst/>
            <a:rect l="l" t="t" r="r" b="b"/>
            <a:pathLst>
              <a:path w="1452244" h="0">
                <a:moveTo>
                  <a:pt x="0" y="0"/>
                </a:moveTo>
                <a:lnTo>
                  <a:pt x="1452008" y="0"/>
                </a:lnTo>
              </a:path>
            </a:pathLst>
          </a:custGeom>
          <a:ln w="382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331159" y="8566346"/>
            <a:ext cx="866140" cy="0"/>
          </a:xfrm>
          <a:custGeom>
            <a:avLst/>
            <a:gdLst/>
            <a:ahLst/>
            <a:cxnLst/>
            <a:rect l="l" t="t" r="r" b="b"/>
            <a:pathLst>
              <a:path w="866140" h="0">
                <a:moveTo>
                  <a:pt x="0" y="0"/>
                </a:moveTo>
                <a:lnTo>
                  <a:pt x="866110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31159" y="9370612"/>
            <a:ext cx="1936114" cy="0"/>
          </a:xfrm>
          <a:custGeom>
            <a:avLst/>
            <a:gdLst/>
            <a:ahLst/>
            <a:cxnLst/>
            <a:rect l="l" t="t" r="r" b="b"/>
            <a:pathLst>
              <a:path w="1936114" h="0">
                <a:moveTo>
                  <a:pt x="0" y="0"/>
                </a:moveTo>
                <a:lnTo>
                  <a:pt x="1936011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492178" y="1481714"/>
            <a:ext cx="102235" cy="198120"/>
          </a:xfrm>
          <a:custGeom>
            <a:avLst/>
            <a:gdLst/>
            <a:ahLst/>
            <a:cxnLst/>
            <a:rect l="l" t="t" r="r" b="b"/>
            <a:pathLst>
              <a:path w="102234" h="198119">
                <a:moveTo>
                  <a:pt x="101895" y="197635"/>
                </a:moveTo>
                <a:lnTo>
                  <a:pt x="0" y="197635"/>
                </a:lnTo>
                <a:lnTo>
                  <a:pt x="0" y="0"/>
                </a:lnTo>
                <a:lnTo>
                  <a:pt x="101895" y="0"/>
                </a:lnTo>
                <a:lnTo>
                  <a:pt x="101895" y="197635"/>
                </a:lnTo>
                <a:close/>
              </a:path>
            </a:pathLst>
          </a:custGeom>
          <a:solidFill>
            <a:srgbClr val="F4F4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1479478" y="1474820"/>
            <a:ext cx="137795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spc="5">
                <a:solidFill>
                  <a:srgbClr val="BDC3BC"/>
                </a:solidFill>
                <a:latin typeface="Times New Roman"/>
                <a:cs typeface="Times New Roman"/>
              </a:rPr>
              <a:t>N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613995" y="2457814"/>
            <a:ext cx="2607310" cy="679450"/>
          </a:xfrm>
          <a:prstGeom prst="rect">
            <a:avLst/>
          </a:prstGeom>
        </p:spPr>
        <p:txBody>
          <a:bodyPr wrap="square" lIns="0" tIns="78105" rIns="0" bIns="0" rtlCol="0" vert="horz">
            <a:spAutoFit/>
          </a:bodyPr>
          <a:lstStyle/>
          <a:p>
            <a:pPr marL="652780" marR="5080" indent="-640715">
              <a:lnSpc>
                <a:spcPts val="2310"/>
              </a:lnSpc>
              <a:spcBef>
                <a:spcPts val="615"/>
              </a:spcBef>
            </a:pPr>
            <a:r>
              <a:rPr dirty="0" sz="2350" spc="-130">
                <a:solidFill>
                  <a:srgbClr val="0C0C08"/>
                </a:solidFill>
                <a:latin typeface="Times New Roman"/>
                <a:cs typeface="Times New Roman"/>
              </a:rPr>
              <a:t>YAML</a:t>
            </a:r>
            <a:r>
              <a:rPr dirty="0" sz="2350" spc="-110">
                <a:solidFill>
                  <a:srgbClr val="0C0C08"/>
                </a:solidFill>
                <a:latin typeface="Times New Roman"/>
                <a:cs typeface="Times New Roman"/>
              </a:rPr>
              <a:t> </a:t>
            </a:r>
            <a:r>
              <a:rPr dirty="0" sz="2350" spc="145">
                <a:solidFill>
                  <a:srgbClr val="0C0C08"/>
                </a:solidFill>
                <a:latin typeface="Times New Roman"/>
                <a:cs typeface="Times New Roman"/>
              </a:rPr>
              <a:t>Front</a:t>
            </a:r>
            <a:r>
              <a:rPr dirty="0" sz="2350" spc="-114">
                <a:solidFill>
                  <a:srgbClr val="0C0C08"/>
                </a:solidFill>
                <a:latin typeface="Times New Roman"/>
                <a:cs typeface="Times New Roman"/>
              </a:rPr>
              <a:t> </a:t>
            </a:r>
            <a:r>
              <a:rPr dirty="0" sz="2350" spc="125">
                <a:solidFill>
                  <a:srgbClr val="0C0C08"/>
                </a:solidFill>
                <a:latin typeface="Times New Roman"/>
                <a:cs typeface="Times New Roman"/>
              </a:rPr>
              <a:t>Matter </a:t>
            </a:r>
            <a:r>
              <a:rPr dirty="0" sz="2350" spc="105">
                <a:solidFill>
                  <a:srgbClr val="0C0C08"/>
                </a:solidFill>
                <a:latin typeface="Times New Roman"/>
                <a:cs typeface="Times New Roman"/>
              </a:rPr>
              <a:t>(</a:t>
            </a:r>
            <a:r>
              <a:rPr dirty="0" sz="2350" spc="105">
                <a:solidFill>
                  <a:srgbClr val="282826"/>
                </a:solidFill>
                <a:latin typeface="Times New Roman"/>
                <a:cs typeface="Times New Roman"/>
              </a:rPr>
              <a:t>S</a:t>
            </a:r>
            <a:r>
              <a:rPr dirty="0" sz="2350" spc="105">
                <a:solidFill>
                  <a:srgbClr val="0C0C08"/>
                </a:solidFill>
                <a:latin typeface="Times New Roman"/>
                <a:cs typeface="Times New Roman"/>
              </a:rPr>
              <a:t>ettin</a:t>
            </a:r>
            <a:r>
              <a:rPr dirty="0" sz="2350" spc="105">
                <a:solidFill>
                  <a:srgbClr val="282826"/>
                </a:solidFill>
                <a:latin typeface="Times New Roman"/>
                <a:cs typeface="Times New Roman"/>
              </a:rPr>
              <a:t>g</a:t>
            </a:r>
            <a:r>
              <a:rPr dirty="0" sz="2350" spc="105">
                <a:solidFill>
                  <a:srgbClr val="0C0C08"/>
                </a:solidFill>
                <a:latin typeface="Times New Roman"/>
                <a:cs typeface="Times New Roman"/>
              </a:rPr>
              <a:t>s)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361263" y="2831895"/>
            <a:ext cx="89535" cy="300990"/>
          </a:xfrm>
          <a:custGeom>
            <a:avLst/>
            <a:gdLst/>
            <a:ahLst/>
            <a:cxnLst/>
            <a:rect l="l" t="t" r="r" b="b"/>
            <a:pathLst>
              <a:path w="89534" h="300989">
                <a:moveTo>
                  <a:pt x="89158" y="300749"/>
                </a:moveTo>
                <a:lnTo>
                  <a:pt x="0" y="300749"/>
                </a:lnTo>
                <a:lnTo>
                  <a:pt x="0" y="0"/>
                </a:lnTo>
                <a:lnTo>
                  <a:pt x="89158" y="0"/>
                </a:lnTo>
                <a:lnTo>
                  <a:pt x="89158" y="300749"/>
                </a:lnTo>
                <a:close/>
              </a:path>
            </a:pathLst>
          </a:custGeom>
          <a:solidFill>
            <a:srgbClr val="F4F4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1348562" y="2828031"/>
            <a:ext cx="107314" cy="2940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750" spc="-50">
                <a:solidFill>
                  <a:srgbClr val="BDC3BC"/>
                </a:solidFill>
                <a:latin typeface="Times New Roman"/>
                <a:cs typeface="Times New Roman"/>
              </a:rPr>
              <a:t>s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956810" y="2802499"/>
            <a:ext cx="620395" cy="3244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50" spc="-20" b="1">
                <a:solidFill>
                  <a:srgbClr val="798589"/>
                </a:solidFill>
                <a:latin typeface="Times New Roman"/>
                <a:cs typeface="Times New Roman"/>
              </a:rPr>
              <a:t>.A"O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648735" y="3244451"/>
            <a:ext cx="1426845" cy="163830"/>
          </a:xfrm>
          <a:custGeom>
            <a:avLst/>
            <a:gdLst/>
            <a:ahLst/>
            <a:cxnLst/>
            <a:rect l="l" t="t" r="r" b="b"/>
            <a:pathLst>
              <a:path w="1426845" h="163829">
                <a:moveTo>
                  <a:pt x="1426534" y="163263"/>
                </a:moveTo>
                <a:lnTo>
                  <a:pt x="0" y="163263"/>
                </a:lnTo>
                <a:lnTo>
                  <a:pt x="0" y="0"/>
                </a:lnTo>
                <a:lnTo>
                  <a:pt x="1426534" y="0"/>
                </a:lnTo>
                <a:lnTo>
                  <a:pt x="1426534" y="163263"/>
                </a:lnTo>
                <a:close/>
              </a:path>
            </a:pathLst>
          </a:custGeom>
          <a:solidFill>
            <a:srgbClr val="F4F4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636035" y="3236548"/>
            <a:ext cx="1578610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heavy" sz="950" spc="-45">
                <a:solidFill>
                  <a:srgbClr val="BDC3BC"/>
                </a:solidFill>
                <a:uFill>
                  <a:solidFill>
                    <a:srgbClr val="BDC3BC"/>
                  </a:solidFill>
                </a:uFill>
                <a:latin typeface="Times New Roman"/>
                <a:cs typeface="Times New Roman"/>
              </a:rPr>
              <a:t>h-</a:t>
            </a:r>
            <a:r>
              <a:rPr dirty="0" u="heavy" sz="950" spc="-35">
                <a:solidFill>
                  <a:srgbClr val="BDC3BC"/>
                </a:solidFill>
                <a:uFill>
                  <a:solidFill>
                    <a:srgbClr val="BDC3BC"/>
                  </a:solidFill>
                </a:uFill>
                <a:latin typeface="Times New Roman"/>
                <a:cs typeface="Times New Roman"/>
              </a:rPr>
              <a:t>,-,-</a:t>
            </a:r>
            <a:r>
              <a:rPr dirty="0" u="heavy" sz="950" spc="-50">
                <a:solidFill>
                  <a:srgbClr val="BDC3BC"/>
                </a:solidFill>
                <a:uFill>
                  <a:solidFill>
                    <a:srgbClr val="BDC3BC"/>
                  </a:solidFill>
                </a:uFill>
                <a:latin typeface="Times New Roman"/>
                <a:cs typeface="Times New Roman"/>
              </a:rPr>
              <a:t>l,11�1•1•�1111�11••�•"</a:t>
            </a:r>
            <a:r>
              <a:rPr dirty="0" u="none" sz="950" spc="-50">
                <a:solidFill>
                  <a:srgbClr val="BDC3BC"/>
                </a:solidFill>
                <a:latin typeface="Times New Roman"/>
                <a:cs typeface="Times New Roman"/>
              </a:rPr>
              <a:t>'</a:t>
            </a:r>
            <a:r>
              <a:rPr dirty="0" u="none" sz="950" spc="114">
                <a:solidFill>
                  <a:srgbClr val="BDC3BC"/>
                </a:solidFill>
                <a:latin typeface="Times New Roman"/>
                <a:cs typeface="Times New Roman"/>
              </a:rPr>
              <a:t> </a:t>
            </a:r>
            <a:r>
              <a:rPr dirty="0" u="none" sz="950" spc="-925">
                <a:solidFill>
                  <a:srgbClr val="647980"/>
                </a:solidFill>
                <a:latin typeface="Times New Roman"/>
                <a:cs typeface="Times New Roman"/>
              </a:rPr>
              <a:t>�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2886319" y="3244451"/>
            <a:ext cx="102235" cy="163830"/>
          </a:xfrm>
          <a:custGeom>
            <a:avLst/>
            <a:gdLst/>
            <a:ahLst/>
            <a:cxnLst/>
            <a:rect l="l" t="t" r="r" b="b"/>
            <a:pathLst>
              <a:path w="102235" h="163829">
                <a:moveTo>
                  <a:pt x="101895" y="163263"/>
                </a:moveTo>
                <a:lnTo>
                  <a:pt x="0" y="163263"/>
                </a:lnTo>
                <a:lnTo>
                  <a:pt x="0" y="0"/>
                </a:lnTo>
                <a:lnTo>
                  <a:pt x="101895" y="0"/>
                </a:lnTo>
                <a:lnTo>
                  <a:pt x="101895" y="163263"/>
                </a:lnTo>
                <a:close/>
              </a:path>
            </a:pathLst>
          </a:custGeom>
          <a:solidFill>
            <a:srgbClr val="F4F4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2873620" y="3236548"/>
            <a:ext cx="99695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-30">
                <a:solidFill>
                  <a:srgbClr val="AFB3AA"/>
                </a:solidFill>
                <a:latin typeface="Times New Roman"/>
                <a:cs typeface="Times New Roman"/>
              </a:rPr>
              <a:t>-</a:t>
            </a:r>
            <a:r>
              <a:rPr dirty="0" sz="950" spc="-50">
                <a:solidFill>
                  <a:srgbClr val="AFB3AA"/>
                </a:solidFill>
                <a:latin typeface="Times New Roman"/>
                <a:cs typeface="Times New Roman"/>
              </a:rPr>
              <a:t>-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273425" y="3185484"/>
            <a:ext cx="1046480" cy="6000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765175" algn="l"/>
              </a:tabLst>
            </a:pPr>
            <a:r>
              <a:rPr dirty="0" u="heavy" sz="3750">
                <a:solidFill>
                  <a:srgbClr val="64798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none" sz="3750" spc="100">
                <a:solidFill>
                  <a:srgbClr val="647980"/>
                </a:solidFill>
                <a:latin typeface="Times New Roman"/>
                <a:cs typeface="Times New Roman"/>
              </a:rPr>
              <a:t>7</a:t>
            </a:r>
            <a:endParaRPr sz="375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2470412" y="3715278"/>
            <a:ext cx="841375" cy="3625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u="heavy" sz="2200" spc="-25">
                <a:solidFill>
                  <a:srgbClr val="AC5B3B"/>
                </a:solidFill>
                <a:uFill>
                  <a:solidFill>
                    <a:srgbClr val="311C13"/>
                  </a:solidFill>
                </a:uFill>
                <a:latin typeface="Arial"/>
                <a:cs typeface="Arial"/>
              </a:rPr>
              <a:t>I</a:t>
            </a:r>
            <a:r>
              <a:rPr dirty="0" u="heavy" sz="2200" spc="-25">
                <a:solidFill>
                  <a:srgbClr val="311C13"/>
                </a:solidFill>
                <a:uFill>
                  <a:solidFill>
                    <a:srgbClr val="311C13"/>
                  </a:solidFill>
                </a:uFill>
                <a:latin typeface="Arial"/>
                <a:cs typeface="Arial"/>
              </a:rPr>
              <a:t>YAML</a:t>
            </a:r>
            <a:endParaRPr sz="2200">
              <a:latin typeface="Arial"/>
              <a:cs typeface="Arial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632031" y="4735424"/>
            <a:ext cx="76835" cy="185420"/>
          </a:xfrm>
          <a:custGeom>
            <a:avLst/>
            <a:gdLst/>
            <a:ahLst/>
            <a:cxnLst/>
            <a:rect l="l" t="t" r="r" b="b"/>
            <a:pathLst>
              <a:path w="76834" h="185420">
                <a:moveTo>
                  <a:pt x="76421" y="185423"/>
                </a:moveTo>
                <a:lnTo>
                  <a:pt x="0" y="185423"/>
                </a:lnTo>
                <a:lnTo>
                  <a:pt x="0" y="0"/>
                </a:lnTo>
                <a:lnTo>
                  <a:pt x="76421" y="0"/>
                </a:lnTo>
                <a:lnTo>
                  <a:pt x="76421" y="185423"/>
                </a:lnTo>
                <a:close/>
              </a:path>
            </a:pathLst>
          </a:custGeom>
          <a:solidFill>
            <a:srgbClr val="F4F4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 txBox="1"/>
          <p:nvPr/>
        </p:nvSpPr>
        <p:spPr>
          <a:xfrm>
            <a:off x="619331" y="4730187"/>
            <a:ext cx="8318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50" b="1">
                <a:solidFill>
                  <a:srgbClr val="BDC3BC"/>
                </a:solidFill>
                <a:latin typeface="Times New Roman"/>
                <a:cs typeface="Times New Roman"/>
              </a:rPr>
              <a:t>r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13903239" y="958588"/>
            <a:ext cx="153035" cy="1057275"/>
          </a:xfrm>
          <a:custGeom>
            <a:avLst/>
            <a:gdLst/>
            <a:ahLst/>
            <a:cxnLst/>
            <a:rect l="l" t="t" r="r" b="b"/>
            <a:pathLst>
              <a:path w="153034" h="1057275">
                <a:moveTo>
                  <a:pt x="152843" y="1056918"/>
                </a:moveTo>
                <a:lnTo>
                  <a:pt x="0" y="1056918"/>
                </a:lnTo>
                <a:lnTo>
                  <a:pt x="0" y="0"/>
                </a:lnTo>
                <a:lnTo>
                  <a:pt x="152843" y="0"/>
                </a:lnTo>
                <a:lnTo>
                  <a:pt x="152843" y="1056918"/>
                </a:lnTo>
                <a:close/>
              </a:path>
            </a:pathLst>
          </a:custGeom>
          <a:solidFill>
            <a:srgbClr val="F4F4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/>
          <p:nvPr/>
        </p:nvSpPr>
        <p:spPr>
          <a:xfrm>
            <a:off x="3283206" y="345016"/>
            <a:ext cx="10897870" cy="159956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ts val="5850"/>
              </a:lnSpc>
              <a:spcBef>
                <a:spcPts val="130"/>
              </a:spcBef>
            </a:pPr>
            <a:r>
              <a:rPr dirty="0" sz="5600" spc="195" b="1">
                <a:solidFill>
                  <a:srgbClr val="0C0C08"/>
                </a:solidFill>
                <a:latin typeface="Arial"/>
                <a:cs typeface="Arial"/>
              </a:rPr>
              <a:t>The</a:t>
            </a:r>
            <a:r>
              <a:rPr dirty="0" sz="5600" spc="-280" b="1">
                <a:solidFill>
                  <a:srgbClr val="0C0C08"/>
                </a:solidFill>
                <a:latin typeface="Arial"/>
                <a:cs typeface="Arial"/>
              </a:rPr>
              <a:t> </a:t>
            </a:r>
            <a:r>
              <a:rPr dirty="0" sz="5600" spc="50" b="1">
                <a:solidFill>
                  <a:srgbClr val="0C0C08"/>
                </a:solidFill>
                <a:latin typeface="Arial"/>
                <a:cs typeface="Arial"/>
              </a:rPr>
              <a:t>Publisher:</a:t>
            </a:r>
            <a:r>
              <a:rPr dirty="0" sz="5600" spc="-70" b="1">
                <a:solidFill>
                  <a:srgbClr val="0C0C08"/>
                </a:solidFill>
                <a:latin typeface="Arial"/>
                <a:cs typeface="Arial"/>
              </a:rPr>
              <a:t> </a:t>
            </a:r>
            <a:r>
              <a:rPr dirty="0" sz="5600" spc="204" b="1">
                <a:solidFill>
                  <a:srgbClr val="0C0C08"/>
                </a:solidFill>
                <a:latin typeface="Arial"/>
                <a:cs typeface="Arial"/>
              </a:rPr>
              <a:t>What</a:t>
            </a:r>
            <a:r>
              <a:rPr dirty="0" sz="5600" spc="-130" b="1">
                <a:solidFill>
                  <a:srgbClr val="0C0C08"/>
                </a:solidFill>
                <a:latin typeface="Arial"/>
                <a:cs typeface="Arial"/>
              </a:rPr>
              <a:t> </a:t>
            </a:r>
            <a:r>
              <a:rPr dirty="0" sz="5600" spc="180" b="1">
                <a:solidFill>
                  <a:srgbClr val="0C0C08"/>
                </a:solidFill>
                <a:latin typeface="Arial"/>
                <a:cs typeface="Arial"/>
              </a:rPr>
              <a:t>is</a:t>
            </a:r>
            <a:r>
              <a:rPr dirty="0" sz="5600" spc="-525" b="1">
                <a:solidFill>
                  <a:srgbClr val="0C0C08"/>
                </a:solidFill>
                <a:latin typeface="Arial"/>
                <a:cs typeface="Arial"/>
              </a:rPr>
              <a:t> </a:t>
            </a:r>
            <a:r>
              <a:rPr dirty="0" sz="5600" spc="45" b="1">
                <a:solidFill>
                  <a:srgbClr val="0C0C08"/>
                </a:solidFill>
                <a:latin typeface="Arial"/>
                <a:cs typeface="Arial"/>
              </a:rPr>
              <a:t>Quarto?</a:t>
            </a:r>
            <a:endParaRPr sz="5600">
              <a:latin typeface="Arial"/>
              <a:cs typeface="Arial"/>
            </a:endParaRPr>
          </a:p>
          <a:p>
            <a:pPr marL="1178560">
              <a:lnSpc>
                <a:spcPts val="6509"/>
              </a:lnSpc>
              <a:tabLst>
                <a:tab pos="10619740" algn="l"/>
              </a:tabLst>
            </a:pPr>
            <a:r>
              <a:rPr dirty="0" sz="4650" spc="-114" b="1">
                <a:solidFill>
                  <a:srgbClr val="0C0C08"/>
                </a:solidFill>
                <a:latin typeface="Times New Roman"/>
                <a:cs typeface="Times New Roman"/>
              </a:rPr>
              <a:t>The</a:t>
            </a:r>
            <a:r>
              <a:rPr dirty="0" sz="4650" spc="-335" b="1">
                <a:solidFill>
                  <a:srgbClr val="0C0C08"/>
                </a:solidFill>
                <a:latin typeface="Times New Roman"/>
                <a:cs typeface="Times New Roman"/>
              </a:rPr>
              <a:t> </a:t>
            </a:r>
            <a:r>
              <a:rPr dirty="0" sz="4650" spc="-100" b="1">
                <a:solidFill>
                  <a:srgbClr val="0C0C08"/>
                </a:solidFill>
                <a:latin typeface="Times New Roman"/>
                <a:cs typeface="Times New Roman"/>
              </a:rPr>
              <a:t>Universal</a:t>
            </a:r>
            <a:r>
              <a:rPr dirty="0" sz="4650" spc="-80" b="1">
                <a:solidFill>
                  <a:srgbClr val="0C0C08"/>
                </a:solidFill>
                <a:latin typeface="Times New Roman"/>
                <a:cs typeface="Times New Roman"/>
              </a:rPr>
              <a:t> </a:t>
            </a:r>
            <a:r>
              <a:rPr dirty="0" sz="4650" spc="-105" b="1">
                <a:solidFill>
                  <a:srgbClr val="0C0C08"/>
                </a:solidFill>
                <a:latin typeface="Times New Roman"/>
                <a:cs typeface="Times New Roman"/>
              </a:rPr>
              <a:t>Document</a:t>
            </a:r>
            <a:r>
              <a:rPr dirty="0" sz="4650" spc="-190" b="1">
                <a:solidFill>
                  <a:srgbClr val="0C0C08"/>
                </a:solidFill>
                <a:latin typeface="Times New Roman"/>
                <a:cs typeface="Times New Roman"/>
              </a:rPr>
              <a:t> </a:t>
            </a:r>
            <a:r>
              <a:rPr dirty="0" sz="4650" spc="-10" b="1">
                <a:solidFill>
                  <a:srgbClr val="0C0C08"/>
                </a:solidFill>
                <a:latin typeface="Times New Roman"/>
                <a:cs typeface="Times New Roman"/>
              </a:rPr>
              <a:t>Converter</a:t>
            </a:r>
            <a:r>
              <a:rPr dirty="0" sz="4650" b="1">
                <a:solidFill>
                  <a:srgbClr val="0C0C08"/>
                </a:solidFill>
                <a:latin typeface="Times New Roman"/>
                <a:cs typeface="Times New Roman"/>
              </a:rPr>
              <a:t>	</a:t>
            </a:r>
            <a:r>
              <a:rPr dirty="0" sz="6150" spc="-830">
                <a:solidFill>
                  <a:srgbClr val="BDC3BC"/>
                </a:solidFill>
                <a:latin typeface="Times New Roman"/>
                <a:cs typeface="Times New Roman"/>
              </a:rPr>
              <a:t>r</a:t>
            </a:r>
            <a:endParaRPr sz="615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2136618" y="2157814"/>
            <a:ext cx="76835" cy="215265"/>
          </a:xfrm>
          <a:custGeom>
            <a:avLst/>
            <a:gdLst/>
            <a:ahLst/>
            <a:cxnLst/>
            <a:rect l="l" t="t" r="r" b="b"/>
            <a:pathLst>
              <a:path w="76835" h="215264">
                <a:moveTo>
                  <a:pt x="76421" y="214820"/>
                </a:moveTo>
                <a:lnTo>
                  <a:pt x="0" y="214820"/>
                </a:lnTo>
                <a:lnTo>
                  <a:pt x="0" y="0"/>
                </a:lnTo>
                <a:lnTo>
                  <a:pt x="76421" y="0"/>
                </a:lnTo>
                <a:lnTo>
                  <a:pt x="76421" y="214820"/>
                </a:lnTo>
                <a:close/>
              </a:path>
            </a:pathLst>
          </a:custGeom>
          <a:solidFill>
            <a:srgbClr val="F4F4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 txBox="1"/>
          <p:nvPr/>
        </p:nvSpPr>
        <p:spPr>
          <a:xfrm>
            <a:off x="2123917" y="2151425"/>
            <a:ext cx="120014" cy="2171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50" spc="-50">
                <a:solidFill>
                  <a:srgbClr val="BDC3BC"/>
                </a:solidFill>
                <a:latin typeface="Times New Roman"/>
                <a:cs typeface="Times New Roman"/>
              </a:rPr>
              <a:t>E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4589382" y="4225925"/>
            <a:ext cx="2045335" cy="5467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2950" spc="450">
                <a:solidFill>
                  <a:srgbClr val="315979"/>
                </a:solidFill>
                <a:latin typeface="Arial"/>
                <a:cs typeface="Arial"/>
              </a:rPr>
              <a:t>�=-</a:t>
            </a:r>
            <a:r>
              <a:rPr dirty="0" sz="2950" spc="235">
                <a:solidFill>
                  <a:srgbClr val="315979"/>
                </a:solidFill>
                <a:latin typeface="Arial"/>
                <a:cs typeface="Arial"/>
              </a:rPr>
              <a:t>-----</a:t>
            </a:r>
            <a:r>
              <a:rPr dirty="0" sz="2950" spc="-390">
                <a:solidFill>
                  <a:srgbClr val="315979"/>
                </a:solidFill>
                <a:latin typeface="Arial"/>
                <a:cs typeface="Arial"/>
              </a:rPr>
              <a:t>-</a:t>
            </a:r>
            <a:r>
              <a:rPr dirty="0" baseline="21241" sz="5100" spc="-2332">
                <a:solidFill>
                  <a:srgbClr val="446985"/>
                </a:solidFill>
                <a:latin typeface="Times New Roman"/>
                <a:cs typeface="Times New Roman"/>
              </a:rPr>
              <a:t>�</a:t>
            </a:r>
            <a:endParaRPr baseline="21241" sz="510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4832888" y="4532312"/>
            <a:ext cx="1871345" cy="5156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50" spc="270">
                <a:solidFill>
                  <a:srgbClr val="AC5B3B"/>
                </a:solidFill>
                <a:latin typeface="Arial"/>
                <a:cs typeface="Arial"/>
              </a:rPr>
              <a:t>••••</a:t>
            </a:r>
            <a:r>
              <a:rPr dirty="0" sz="2800" spc="270">
                <a:solidFill>
                  <a:srgbClr val="AC5B3B"/>
                </a:solidFill>
                <a:latin typeface="Times New Roman"/>
                <a:cs typeface="Times New Roman"/>
              </a:rPr>
              <a:t>•</a:t>
            </a:r>
            <a:r>
              <a:rPr dirty="0" sz="3200" spc="270">
                <a:solidFill>
                  <a:srgbClr val="AC5B3B"/>
                </a:solidFill>
                <a:latin typeface="Times New Roman"/>
                <a:cs typeface="Times New Roman"/>
              </a:rPr>
              <a:t>•</a:t>
            </a:r>
            <a:r>
              <a:rPr dirty="0" sz="2950" spc="270">
                <a:solidFill>
                  <a:srgbClr val="AC5B3B"/>
                </a:solidFill>
                <a:latin typeface="Arial"/>
                <a:cs typeface="Arial"/>
              </a:rPr>
              <a:t>••</a:t>
            </a:r>
            <a:r>
              <a:rPr dirty="0" sz="2800" spc="270">
                <a:solidFill>
                  <a:srgbClr val="AC5B3B"/>
                </a:solidFill>
                <a:latin typeface="Times New Roman"/>
                <a:cs typeface="Times New Roman"/>
              </a:rPr>
              <a:t>••</a:t>
            </a:r>
            <a:r>
              <a:rPr dirty="0" sz="2950" spc="270">
                <a:solidFill>
                  <a:srgbClr val="AC5B3B"/>
                </a:solidFill>
                <a:latin typeface="Arial"/>
                <a:cs typeface="Arial"/>
              </a:rPr>
              <a:t>•</a:t>
            </a:r>
            <a:endParaRPr sz="295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7204220" y="2342918"/>
            <a:ext cx="3079115" cy="1944370"/>
          </a:xfrm>
          <a:prstGeom prst="rect">
            <a:avLst/>
          </a:prstGeom>
        </p:spPr>
        <p:txBody>
          <a:bodyPr wrap="square" lIns="0" tIns="107950" rIns="0" bIns="0" rtlCol="0" vert="horz">
            <a:spAutoFit/>
          </a:bodyPr>
          <a:lstStyle/>
          <a:p>
            <a:pPr algn="ctr" marL="12700" marR="5080">
              <a:lnSpc>
                <a:spcPts val="3520"/>
              </a:lnSpc>
              <a:spcBef>
                <a:spcPts val="850"/>
              </a:spcBef>
            </a:pPr>
            <a:r>
              <a:rPr dirty="0" sz="3550" spc="-150" b="1">
                <a:solidFill>
                  <a:srgbClr val="0C0C08"/>
                </a:solidFill>
                <a:latin typeface="Times New Roman"/>
                <a:cs typeface="Times New Roman"/>
              </a:rPr>
              <a:t>Quarto</a:t>
            </a:r>
            <a:r>
              <a:rPr dirty="0" sz="3550" spc="-65" b="1">
                <a:solidFill>
                  <a:srgbClr val="0C0C08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0C0C08"/>
                </a:solidFill>
                <a:latin typeface="Times New Roman"/>
                <a:cs typeface="Times New Roman"/>
              </a:rPr>
              <a:t>+</a:t>
            </a:r>
            <a:r>
              <a:rPr dirty="0" sz="2800" spc="200">
                <a:solidFill>
                  <a:srgbClr val="0C0C08"/>
                </a:solidFill>
                <a:latin typeface="Times New Roman"/>
                <a:cs typeface="Times New Roman"/>
              </a:rPr>
              <a:t> </a:t>
            </a:r>
            <a:r>
              <a:rPr dirty="0" sz="3550" spc="-55" b="1">
                <a:solidFill>
                  <a:srgbClr val="0C0C08"/>
                </a:solidFill>
                <a:latin typeface="Times New Roman"/>
                <a:cs typeface="Times New Roman"/>
              </a:rPr>
              <a:t>Python </a:t>
            </a:r>
            <a:r>
              <a:rPr dirty="0" u="heavy" sz="3550" spc="-10" b="1">
                <a:solidFill>
                  <a:srgbClr val="0C0C08"/>
                </a:solidFill>
                <a:uFill>
                  <a:solidFill>
                    <a:srgbClr val="0C0C08"/>
                  </a:solidFill>
                </a:uFill>
                <a:latin typeface="Times New Roman"/>
                <a:cs typeface="Times New Roman"/>
              </a:rPr>
              <a:t>Engine</a:t>
            </a:r>
            <a:endParaRPr sz="3550">
              <a:latin typeface="Times New Roman"/>
              <a:cs typeface="Times New Roman"/>
            </a:endParaRPr>
          </a:p>
          <a:p>
            <a:pPr algn="ctr" marL="922019">
              <a:lnSpc>
                <a:spcPts val="3800"/>
              </a:lnSpc>
              <a:tabLst>
                <a:tab pos="2016125" algn="l"/>
              </a:tabLst>
            </a:pPr>
            <a:r>
              <a:rPr dirty="0" sz="3750" spc="-50">
                <a:solidFill>
                  <a:srgbClr val="919C9A"/>
                </a:solidFill>
                <a:latin typeface="Times New Roman"/>
                <a:cs typeface="Times New Roman"/>
              </a:rPr>
              <a:t>/</a:t>
            </a:r>
            <a:r>
              <a:rPr dirty="0" sz="3750">
                <a:solidFill>
                  <a:srgbClr val="919C9A"/>
                </a:solidFill>
                <a:latin typeface="Times New Roman"/>
                <a:cs typeface="Times New Roman"/>
              </a:rPr>
              <a:t>	</a:t>
            </a:r>
            <a:r>
              <a:rPr dirty="0" sz="3750" spc="25">
                <a:solidFill>
                  <a:srgbClr val="647980"/>
                </a:solidFill>
                <a:latin typeface="Times New Roman"/>
                <a:cs typeface="Times New Roman"/>
              </a:rPr>
              <a:t>7</a:t>
            </a:r>
            <a:endParaRPr sz="3750">
              <a:latin typeface="Times New Roman"/>
              <a:cs typeface="Times New Roman"/>
            </a:endParaRPr>
          </a:p>
          <a:p>
            <a:pPr algn="ctr" marR="530860">
              <a:lnSpc>
                <a:spcPts val="3515"/>
              </a:lnSpc>
            </a:pPr>
            <a:r>
              <a:rPr dirty="0" sz="3400" spc="4980">
                <a:solidFill>
                  <a:srgbClr val="315979"/>
                </a:solidFill>
                <a:latin typeface="Times New Roman"/>
                <a:cs typeface="Times New Roman"/>
              </a:rPr>
              <a:t>�</a:t>
            </a:r>
            <a:r>
              <a:rPr dirty="0" sz="3400" spc="4980">
                <a:solidFill>
                  <a:srgbClr val="647980"/>
                </a:solidFill>
                <a:latin typeface="Times New Roman"/>
                <a:cs typeface="Times New Roman"/>
              </a:rPr>
              <a:t>�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7352424" y="5828076"/>
            <a:ext cx="2832100" cy="9105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ts val="3679"/>
              </a:lnSpc>
              <a:spcBef>
                <a:spcPts val="120"/>
              </a:spcBef>
              <a:tabLst>
                <a:tab pos="1123315" algn="l"/>
              </a:tabLst>
            </a:pPr>
            <a:r>
              <a:rPr dirty="0" sz="3750" spc="3335">
                <a:solidFill>
                  <a:srgbClr val="647980"/>
                </a:solidFill>
                <a:latin typeface="Times New Roman"/>
                <a:cs typeface="Times New Roman"/>
              </a:rPr>
              <a:t>L</a:t>
            </a:r>
            <a:r>
              <a:rPr dirty="0" sz="3750">
                <a:solidFill>
                  <a:srgbClr val="647980"/>
                </a:solidFill>
                <a:latin typeface="Times New Roman"/>
                <a:cs typeface="Times New Roman"/>
              </a:rPr>
              <a:t>	</a:t>
            </a:r>
            <a:r>
              <a:rPr dirty="0" sz="3750" spc="1800">
                <a:solidFill>
                  <a:srgbClr val="315979"/>
                </a:solidFill>
                <a:latin typeface="Times New Roman"/>
                <a:cs typeface="Times New Roman"/>
              </a:rPr>
              <a:t>--</a:t>
            </a:r>
            <a:r>
              <a:rPr dirty="0" sz="3750" spc="3485">
                <a:solidFill>
                  <a:srgbClr val="647980"/>
                </a:solidFill>
                <a:latin typeface="Times New Roman"/>
                <a:cs typeface="Times New Roman"/>
              </a:rPr>
              <a:t>�</a:t>
            </a:r>
            <a:endParaRPr sz="3750">
              <a:latin typeface="Times New Roman"/>
              <a:cs typeface="Times New Roman"/>
            </a:endParaRPr>
          </a:p>
          <a:p>
            <a:pPr algn="ctr">
              <a:lnSpc>
                <a:spcPts val="3260"/>
              </a:lnSpc>
            </a:pPr>
            <a:r>
              <a:rPr dirty="0" sz="3400" spc="-10">
                <a:solidFill>
                  <a:srgbClr val="0C0C08"/>
                </a:solidFill>
                <a:latin typeface="Times New Roman"/>
                <a:cs typeface="Times New Roman"/>
              </a:rPr>
              <a:t>executing...</a:t>
            </a:r>
            <a:endParaRPr sz="3400">
              <a:latin typeface="Times New Roman"/>
              <a:cs typeface="Times New Roman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12997911" y="2183128"/>
            <a:ext cx="611505" cy="1106170"/>
            <a:chOff x="12997911" y="2183128"/>
            <a:chExt cx="611505" cy="1106170"/>
          </a:xfrm>
        </p:grpSpPr>
        <p:sp>
          <p:nvSpPr>
            <p:cNvPr id="68" name="object 68"/>
            <p:cNvSpPr/>
            <p:nvPr/>
          </p:nvSpPr>
          <p:spPr>
            <a:xfrm>
              <a:off x="13558119" y="2183128"/>
              <a:ext cx="51435" cy="1106170"/>
            </a:xfrm>
            <a:custGeom>
              <a:avLst/>
              <a:gdLst/>
              <a:ahLst/>
              <a:cxnLst/>
              <a:rect l="l" t="t" r="r" b="b"/>
              <a:pathLst>
                <a:path w="51434" h="1106170">
                  <a:moveTo>
                    <a:pt x="50947" y="1105935"/>
                  </a:moveTo>
                  <a:lnTo>
                    <a:pt x="0" y="1105935"/>
                  </a:lnTo>
                  <a:lnTo>
                    <a:pt x="0" y="0"/>
                  </a:lnTo>
                  <a:lnTo>
                    <a:pt x="50947" y="0"/>
                  </a:lnTo>
                  <a:lnTo>
                    <a:pt x="50947" y="1105935"/>
                  </a:lnTo>
                  <a:close/>
                </a:path>
              </a:pathLst>
            </a:custGeom>
            <a:solidFill>
              <a:srgbClr val="F4F4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12997911" y="3025840"/>
              <a:ext cx="611505" cy="0"/>
            </a:xfrm>
            <a:custGeom>
              <a:avLst/>
              <a:gdLst/>
              <a:ahLst/>
              <a:cxnLst/>
              <a:rect l="l" t="t" r="r" b="b"/>
              <a:pathLst>
                <a:path w="611505" h="0">
                  <a:moveTo>
                    <a:pt x="0" y="0"/>
                  </a:moveTo>
                  <a:lnTo>
                    <a:pt x="611155" y="0"/>
                  </a:lnTo>
                </a:path>
              </a:pathLst>
            </a:custGeom>
            <a:ln w="12766">
              <a:solidFill>
                <a:srgbClr val="AFB3A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0" name="object 70"/>
          <p:cNvSpPr txBox="1"/>
          <p:nvPr/>
        </p:nvSpPr>
        <p:spPr>
          <a:xfrm>
            <a:off x="12959816" y="1755675"/>
            <a:ext cx="943610" cy="99821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598170" algn="l"/>
              </a:tabLst>
            </a:pPr>
            <a:r>
              <a:rPr dirty="0" baseline="-30621" sz="9525" spc="-5475">
                <a:solidFill>
                  <a:srgbClr val="AC5B3B"/>
                </a:solidFill>
                <a:latin typeface="Arial"/>
                <a:cs typeface="Arial"/>
              </a:rPr>
              <a:t>□</a:t>
            </a:r>
            <a:r>
              <a:rPr dirty="0" sz="2350" spc="100">
                <a:solidFill>
                  <a:srgbClr val="AC5B3B"/>
                </a:solidFill>
                <a:latin typeface="Times New Roman"/>
                <a:cs typeface="Times New Roman"/>
              </a:rPr>
              <a:t>•</a:t>
            </a:r>
            <a:r>
              <a:rPr dirty="0" sz="2350" spc="100">
                <a:solidFill>
                  <a:srgbClr val="315979"/>
                </a:solidFill>
                <a:latin typeface="Times New Roman"/>
                <a:cs typeface="Times New Roman"/>
              </a:rPr>
              <a:t>•</a:t>
            </a:r>
            <a:r>
              <a:rPr dirty="0" sz="2350" spc="95">
                <a:solidFill>
                  <a:srgbClr val="315979"/>
                </a:solidFill>
                <a:latin typeface="Times New Roman"/>
                <a:cs typeface="Times New Roman"/>
              </a:rPr>
              <a:t>•</a:t>
            </a:r>
            <a:r>
              <a:rPr dirty="0" sz="2350">
                <a:solidFill>
                  <a:srgbClr val="315979"/>
                </a:solidFill>
                <a:latin typeface="Times New Roman"/>
                <a:cs typeface="Times New Roman"/>
              </a:rPr>
              <a:t>	</a:t>
            </a:r>
            <a:r>
              <a:rPr dirty="0" baseline="-30621" sz="9525" spc="367">
                <a:solidFill>
                  <a:srgbClr val="AFB3AA"/>
                </a:solidFill>
                <a:latin typeface="Arial"/>
                <a:cs typeface="Arial"/>
              </a:rPr>
              <a:t>-</a:t>
            </a:r>
            <a:endParaRPr baseline="-30621" sz="9525">
              <a:latin typeface="Arial"/>
              <a:cs typeface="Aria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14485822" y="2591858"/>
            <a:ext cx="1193165" cy="5314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300" spc="-215" b="1">
                <a:solidFill>
                  <a:srgbClr val="0C0C08"/>
                </a:solidFill>
                <a:latin typeface="Times New Roman"/>
                <a:cs typeface="Times New Roman"/>
              </a:rPr>
              <a:t>HTML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13297394" y="3538430"/>
            <a:ext cx="102235" cy="1237615"/>
          </a:xfrm>
          <a:custGeom>
            <a:avLst/>
            <a:gdLst/>
            <a:ahLst/>
            <a:cxnLst/>
            <a:rect l="l" t="t" r="r" b="b"/>
            <a:pathLst>
              <a:path w="102234" h="1237614">
                <a:moveTo>
                  <a:pt x="101895" y="1237368"/>
                </a:moveTo>
                <a:lnTo>
                  <a:pt x="0" y="1237368"/>
                </a:lnTo>
                <a:lnTo>
                  <a:pt x="0" y="0"/>
                </a:lnTo>
                <a:lnTo>
                  <a:pt x="101895" y="0"/>
                </a:lnTo>
                <a:lnTo>
                  <a:pt x="101895" y="1237368"/>
                </a:lnTo>
                <a:close/>
              </a:path>
            </a:pathLst>
          </a:custGeom>
          <a:solidFill>
            <a:srgbClr val="F4F4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 txBox="1"/>
          <p:nvPr/>
        </p:nvSpPr>
        <p:spPr>
          <a:xfrm>
            <a:off x="12993116" y="3562086"/>
            <a:ext cx="1122680" cy="11283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200" spc="680">
                <a:solidFill>
                  <a:srgbClr val="919C9A"/>
                </a:solidFill>
                <a:latin typeface="Times New Roman"/>
                <a:cs typeface="Times New Roman"/>
              </a:rPr>
              <a:t>,</a:t>
            </a:r>
            <a:r>
              <a:rPr dirty="0" sz="7200" spc="680">
                <a:solidFill>
                  <a:srgbClr val="BDC3BC"/>
                </a:solidFill>
                <a:latin typeface="Times New Roman"/>
                <a:cs typeface="Times New Roman"/>
              </a:rPr>
              <a:t>-</a:t>
            </a:r>
            <a:r>
              <a:rPr dirty="0" sz="7200" spc="595">
                <a:solidFill>
                  <a:srgbClr val="315979"/>
                </a:solidFill>
                <a:latin typeface="Arial"/>
                <a:cs typeface="Arial"/>
              </a:rPr>
              <a:t>-</a:t>
            </a:r>
            <a:endParaRPr sz="7200">
              <a:latin typeface="Arial"/>
              <a:cs typeface="Arial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13043025" y="4451176"/>
            <a:ext cx="38735" cy="374650"/>
          </a:xfrm>
          <a:custGeom>
            <a:avLst/>
            <a:gdLst/>
            <a:ahLst/>
            <a:cxnLst/>
            <a:rect l="l" t="t" r="r" b="b"/>
            <a:pathLst>
              <a:path w="38734" h="374650">
                <a:moveTo>
                  <a:pt x="38210" y="374450"/>
                </a:moveTo>
                <a:lnTo>
                  <a:pt x="0" y="374450"/>
                </a:lnTo>
                <a:lnTo>
                  <a:pt x="0" y="0"/>
                </a:lnTo>
                <a:lnTo>
                  <a:pt x="38210" y="0"/>
                </a:lnTo>
                <a:lnTo>
                  <a:pt x="38210" y="374450"/>
                </a:lnTo>
                <a:close/>
              </a:path>
            </a:pathLst>
          </a:custGeom>
          <a:solidFill>
            <a:srgbClr val="F4F4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 txBox="1"/>
          <p:nvPr/>
        </p:nvSpPr>
        <p:spPr>
          <a:xfrm>
            <a:off x="13030314" y="4449332"/>
            <a:ext cx="598170" cy="3549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50" spc="-10">
                <a:solidFill>
                  <a:srgbClr val="AFB3AA"/>
                </a:solidFill>
                <a:latin typeface="Arial"/>
                <a:cs typeface="Arial"/>
              </a:rPr>
              <a:t>'</a:t>
            </a:r>
            <a:r>
              <a:rPr dirty="0" sz="2150" spc="-10">
                <a:solidFill>
                  <a:srgbClr val="647980"/>
                </a:solidFill>
                <a:latin typeface="Arial"/>
                <a:cs typeface="Arial"/>
              </a:rPr>
              <a:t>==.-</a:t>
            </a:r>
            <a:endParaRPr sz="215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14476894" y="6045101"/>
            <a:ext cx="2418715" cy="97409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9050">
              <a:lnSpc>
                <a:spcPts val="3815"/>
              </a:lnSpc>
              <a:spcBef>
                <a:spcPts val="114"/>
              </a:spcBef>
            </a:pPr>
            <a:r>
              <a:rPr dirty="0" sz="3550" spc="-30" b="1">
                <a:solidFill>
                  <a:srgbClr val="0C0C08"/>
                </a:solidFill>
                <a:latin typeface="Times New Roman"/>
                <a:cs typeface="Times New Roman"/>
              </a:rPr>
              <a:t>Presentation</a:t>
            </a:r>
            <a:endParaRPr sz="3550">
              <a:latin typeface="Times New Roman"/>
              <a:cs typeface="Times New Roman"/>
            </a:endParaRPr>
          </a:p>
          <a:p>
            <a:pPr marL="12700">
              <a:lnSpc>
                <a:spcPts val="3635"/>
              </a:lnSpc>
            </a:pPr>
            <a:r>
              <a:rPr dirty="0" sz="3400" spc="-10">
                <a:solidFill>
                  <a:srgbClr val="0C0C08"/>
                </a:solidFill>
                <a:latin typeface="Times New Roman"/>
                <a:cs typeface="Times New Roman"/>
              </a:rPr>
              <a:t>(Slides)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1512176" y="7174904"/>
            <a:ext cx="12881610" cy="1605915"/>
          </a:xfrm>
          <a:prstGeom prst="rect">
            <a:avLst/>
          </a:prstGeom>
        </p:spPr>
        <p:txBody>
          <a:bodyPr wrap="square" lIns="0" tIns="124460" rIns="0" bIns="0" rtlCol="0" vert="horz">
            <a:spAutoFit/>
          </a:bodyPr>
          <a:lstStyle/>
          <a:p>
            <a:pPr marL="25400" marR="2081530" indent="-12700">
              <a:lnSpc>
                <a:spcPct val="78800"/>
              </a:lnSpc>
              <a:spcBef>
                <a:spcPts val="980"/>
              </a:spcBef>
            </a:pPr>
            <a:r>
              <a:rPr dirty="0" sz="3400" spc="-40">
                <a:solidFill>
                  <a:srgbClr val="0C0C08"/>
                </a:solidFill>
                <a:latin typeface="Times New Roman"/>
                <a:cs typeface="Times New Roman"/>
              </a:rPr>
              <a:t>Quarto</a:t>
            </a:r>
            <a:r>
              <a:rPr dirty="0" sz="3400" spc="-170">
                <a:solidFill>
                  <a:srgbClr val="0C0C08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0C0C08"/>
                </a:solidFill>
                <a:latin typeface="Times New Roman"/>
                <a:cs typeface="Times New Roman"/>
              </a:rPr>
              <a:t>takes</a:t>
            </a:r>
            <a:r>
              <a:rPr dirty="0" sz="3400" spc="-110">
                <a:solidFill>
                  <a:srgbClr val="0C0C08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0C0C08"/>
                </a:solidFill>
                <a:latin typeface="Times New Roman"/>
                <a:cs typeface="Times New Roman"/>
              </a:rPr>
              <a:t>raw</a:t>
            </a:r>
            <a:r>
              <a:rPr dirty="0" sz="3400" spc="-270">
                <a:solidFill>
                  <a:srgbClr val="0C0C08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0C0C08"/>
                </a:solidFill>
                <a:latin typeface="Times New Roman"/>
                <a:cs typeface="Times New Roman"/>
              </a:rPr>
              <a:t>text</a:t>
            </a:r>
            <a:r>
              <a:rPr dirty="0" sz="3400" spc="-229">
                <a:solidFill>
                  <a:srgbClr val="0C0C08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0C0C08"/>
                </a:solidFill>
                <a:latin typeface="Times New Roman"/>
                <a:cs typeface="Times New Roman"/>
              </a:rPr>
              <a:t>and</a:t>
            </a:r>
            <a:r>
              <a:rPr dirty="0" sz="3400" spc="-105">
                <a:solidFill>
                  <a:srgbClr val="0C0C08"/>
                </a:solidFill>
                <a:latin typeface="Times New Roman"/>
                <a:cs typeface="Times New Roman"/>
              </a:rPr>
              <a:t> </a:t>
            </a:r>
            <a:r>
              <a:rPr dirty="0" sz="3400" spc="-30">
                <a:solidFill>
                  <a:srgbClr val="0C0C08"/>
                </a:solidFill>
                <a:latin typeface="Times New Roman"/>
                <a:cs typeface="Times New Roman"/>
              </a:rPr>
              <a:t>code,</a:t>
            </a:r>
            <a:r>
              <a:rPr dirty="0" sz="3400" spc="-125">
                <a:solidFill>
                  <a:srgbClr val="0C0C08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0C0C08"/>
                </a:solidFill>
                <a:latin typeface="Times New Roman"/>
                <a:cs typeface="Times New Roman"/>
              </a:rPr>
              <a:t>executes</a:t>
            </a:r>
            <a:r>
              <a:rPr dirty="0" sz="3400" spc="25">
                <a:solidFill>
                  <a:srgbClr val="0C0C08"/>
                </a:solidFill>
                <a:latin typeface="Times New Roman"/>
                <a:cs typeface="Times New Roman"/>
              </a:rPr>
              <a:t> </a:t>
            </a:r>
            <a:r>
              <a:rPr dirty="0" sz="3400" spc="65">
                <a:solidFill>
                  <a:srgbClr val="0C0C08"/>
                </a:solidFill>
                <a:latin typeface="Times New Roman"/>
                <a:cs typeface="Times New Roman"/>
              </a:rPr>
              <a:t>the</a:t>
            </a:r>
            <a:r>
              <a:rPr dirty="0" sz="3400" spc="-235">
                <a:solidFill>
                  <a:srgbClr val="0C0C08"/>
                </a:solidFill>
                <a:latin typeface="Times New Roman"/>
                <a:cs typeface="Times New Roman"/>
              </a:rPr>
              <a:t> </a:t>
            </a:r>
            <a:r>
              <a:rPr dirty="0" sz="3400" spc="-55">
                <a:solidFill>
                  <a:srgbClr val="0C0C08"/>
                </a:solidFill>
                <a:latin typeface="Times New Roman"/>
                <a:cs typeface="Times New Roman"/>
              </a:rPr>
              <a:t>logic,</a:t>
            </a:r>
            <a:r>
              <a:rPr dirty="0" sz="3400" spc="-155">
                <a:solidFill>
                  <a:srgbClr val="0C0C08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0C0C08"/>
                </a:solidFill>
                <a:latin typeface="Times New Roman"/>
                <a:cs typeface="Times New Roman"/>
              </a:rPr>
              <a:t>captures</a:t>
            </a:r>
            <a:r>
              <a:rPr dirty="0" sz="3400" spc="-165">
                <a:solidFill>
                  <a:srgbClr val="0C0C08"/>
                </a:solidFill>
                <a:latin typeface="Times New Roman"/>
                <a:cs typeface="Times New Roman"/>
              </a:rPr>
              <a:t> </a:t>
            </a:r>
            <a:r>
              <a:rPr dirty="0" sz="3400" spc="65">
                <a:solidFill>
                  <a:srgbClr val="0C0C08"/>
                </a:solidFill>
                <a:latin typeface="Times New Roman"/>
                <a:cs typeface="Times New Roman"/>
              </a:rPr>
              <a:t>the </a:t>
            </a:r>
            <a:r>
              <a:rPr dirty="0" sz="3400">
                <a:solidFill>
                  <a:srgbClr val="0C0C08"/>
                </a:solidFill>
                <a:latin typeface="Times New Roman"/>
                <a:cs typeface="Times New Roman"/>
              </a:rPr>
              <a:t>results,</a:t>
            </a:r>
            <a:r>
              <a:rPr dirty="0" sz="3400" spc="-130">
                <a:solidFill>
                  <a:srgbClr val="0C0C08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0C0C08"/>
                </a:solidFill>
                <a:latin typeface="Times New Roman"/>
                <a:cs typeface="Times New Roman"/>
              </a:rPr>
              <a:t>and</a:t>
            </a:r>
            <a:r>
              <a:rPr dirty="0" sz="3400" spc="-125">
                <a:solidFill>
                  <a:srgbClr val="0C0C08"/>
                </a:solidFill>
                <a:latin typeface="Times New Roman"/>
                <a:cs typeface="Times New Roman"/>
              </a:rPr>
              <a:t> </a:t>
            </a:r>
            <a:r>
              <a:rPr dirty="0" sz="3400" spc="-55">
                <a:solidFill>
                  <a:srgbClr val="0C0C08"/>
                </a:solidFill>
                <a:latin typeface="Times New Roman"/>
                <a:cs typeface="Times New Roman"/>
              </a:rPr>
              <a:t>weaves</a:t>
            </a:r>
            <a:r>
              <a:rPr dirty="0" sz="3400" spc="-130">
                <a:solidFill>
                  <a:srgbClr val="0C0C08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0C0C08"/>
                </a:solidFill>
                <a:latin typeface="Times New Roman"/>
                <a:cs typeface="Times New Roman"/>
              </a:rPr>
              <a:t>them</a:t>
            </a:r>
            <a:r>
              <a:rPr dirty="0" sz="3400" spc="-175">
                <a:solidFill>
                  <a:srgbClr val="0C0C08"/>
                </a:solidFill>
                <a:latin typeface="Times New Roman"/>
                <a:cs typeface="Times New Roman"/>
              </a:rPr>
              <a:t> </a:t>
            </a:r>
            <a:r>
              <a:rPr dirty="0" sz="3400" spc="65">
                <a:solidFill>
                  <a:srgbClr val="0C0C08"/>
                </a:solidFill>
                <a:latin typeface="Times New Roman"/>
                <a:cs typeface="Times New Roman"/>
              </a:rPr>
              <a:t>into</a:t>
            </a:r>
            <a:r>
              <a:rPr dirty="0" sz="3400" spc="-155">
                <a:solidFill>
                  <a:srgbClr val="0C0C08"/>
                </a:solidFill>
                <a:latin typeface="Times New Roman"/>
                <a:cs typeface="Times New Roman"/>
              </a:rPr>
              <a:t> </a:t>
            </a:r>
            <a:r>
              <a:rPr dirty="0" sz="3400" spc="-10">
                <a:solidFill>
                  <a:srgbClr val="0C0C08"/>
                </a:solidFill>
                <a:latin typeface="Times New Roman"/>
                <a:cs typeface="Times New Roman"/>
              </a:rPr>
              <a:t>professional</a:t>
            </a:r>
            <a:r>
              <a:rPr dirty="0" sz="3400" spc="114">
                <a:solidFill>
                  <a:srgbClr val="0C0C08"/>
                </a:solidFill>
                <a:latin typeface="Times New Roman"/>
                <a:cs typeface="Times New Roman"/>
              </a:rPr>
              <a:t> </a:t>
            </a:r>
            <a:r>
              <a:rPr dirty="0" sz="3400" spc="-10">
                <a:solidFill>
                  <a:srgbClr val="0C0C08"/>
                </a:solidFill>
                <a:latin typeface="Times New Roman"/>
                <a:cs typeface="Times New Roman"/>
              </a:rPr>
              <a:t>documents</a:t>
            </a:r>
            <a:r>
              <a:rPr dirty="0" sz="3400" spc="-10">
                <a:solidFill>
                  <a:srgbClr val="282826"/>
                </a:solidFill>
                <a:latin typeface="Times New Roman"/>
                <a:cs typeface="Times New Roman"/>
              </a:rPr>
              <a:t>.</a:t>
            </a: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dirty="0" sz="3200" spc="-370" b="1">
                <a:solidFill>
                  <a:srgbClr val="0C0C08"/>
                </a:solidFill>
                <a:latin typeface="Times New Roman"/>
                <a:cs typeface="Times New Roman"/>
              </a:rPr>
              <a:t>YAML:</a:t>
            </a:r>
            <a:r>
              <a:rPr dirty="0" sz="3200" spc="-45" b="1">
                <a:solidFill>
                  <a:srgbClr val="0C0C08"/>
                </a:solidFill>
                <a:latin typeface="Times New Roman"/>
                <a:cs typeface="Times New Roman"/>
              </a:rPr>
              <a:t> </a:t>
            </a:r>
            <a:r>
              <a:rPr dirty="0" sz="3400" spc="-10">
                <a:solidFill>
                  <a:srgbClr val="0C0C08"/>
                </a:solidFill>
                <a:latin typeface="Times New Roman"/>
                <a:cs typeface="Times New Roman"/>
              </a:rPr>
              <a:t>The</a:t>
            </a:r>
            <a:r>
              <a:rPr dirty="0" sz="3400" spc="-325">
                <a:solidFill>
                  <a:srgbClr val="0C0C08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0C0C08"/>
                </a:solidFill>
                <a:latin typeface="Times New Roman"/>
                <a:cs typeface="Times New Roman"/>
              </a:rPr>
              <a:t>control</a:t>
            </a:r>
            <a:r>
              <a:rPr dirty="0" sz="3400" spc="-90">
                <a:solidFill>
                  <a:srgbClr val="0C0C08"/>
                </a:solidFill>
                <a:latin typeface="Times New Roman"/>
                <a:cs typeface="Times New Roman"/>
              </a:rPr>
              <a:t> </a:t>
            </a:r>
            <a:r>
              <a:rPr dirty="0" sz="3400" spc="-20">
                <a:solidFill>
                  <a:srgbClr val="0C0C08"/>
                </a:solidFill>
                <a:latin typeface="Times New Roman"/>
                <a:cs typeface="Times New Roman"/>
              </a:rPr>
              <a:t>panel</a:t>
            </a:r>
            <a:r>
              <a:rPr dirty="0" sz="3400" spc="-125">
                <a:solidFill>
                  <a:srgbClr val="0C0C08"/>
                </a:solidFill>
                <a:latin typeface="Times New Roman"/>
                <a:cs typeface="Times New Roman"/>
              </a:rPr>
              <a:t> </a:t>
            </a:r>
            <a:r>
              <a:rPr dirty="0" sz="3400" spc="95">
                <a:solidFill>
                  <a:srgbClr val="0C0C08"/>
                </a:solidFill>
                <a:latin typeface="Times New Roman"/>
                <a:cs typeface="Times New Roman"/>
              </a:rPr>
              <a:t>at</a:t>
            </a:r>
            <a:r>
              <a:rPr dirty="0" sz="3400" spc="-204">
                <a:solidFill>
                  <a:srgbClr val="0C0C08"/>
                </a:solidFill>
                <a:latin typeface="Times New Roman"/>
                <a:cs typeface="Times New Roman"/>
              </a:rPr>
              <a:t> </a:t>
            </a:r>
            <a:r>
              <a:rPr dirty="0" sz="3400" spc="90">
                <a:solidFill>
                  <a:srgbClr val="0C0C08"/>
                </a:solidFill>
                <a:latin typeface="Times New Roman"/>
                <a:cs typeface="Times New Roman"/>
              </a:rPr>
              <a:t>the</a:t>
            </a:r>
            <a:r>
              <a:rPr dirty="0" sz="3400" spc="-265">
                <a:solidFill>
                  <a:srgbClr val="0C0C08"/>
                </a:solidFill>
                <a:latin typeface="Times New Roman"/>
                <a:cs typeface="Times New Roman"/>
              </a:rPr>
              <a:t> </a:t>
            </a:r>
            <a:r>
              <a:rPr dirty="0" sz="3400" spc="70">
                <a:solidFill>
                  <a:srgbClr val="0C0C08"/>
                </a:solidFill>
                <a:latin typeface="Times New Roman"/>
                <a:cs typeface="Times New Roman"/>
              </a:rPr>
              <a:t>top</a:t>
            </a:r>
            <a:r>
              <a:rPr dirty="0" sz="3400" spc="-375">
                <a:solidFill>
                  <a:srgbClr val="0C0C08"/>
                </a:solidFill>
                <a:latin typeface="Times New Roman"/>
                <a:cs typeface="Times New Roman"/>
              </a:rPr>
              <a:t> </a:t>
            </a:r>
            <a:r>
              <a:rPr dirty="0" sz="3400" spc="-75">
                <a:solidFill>
                  <a:srgbClr val="0C0C08"/>
                </a:solidFill>
                <a:latin typeface="Times New Roman"/>
                <a:cs typeface="Times New Roman"/>
              </a:rPr>
              <a:t>of</a:t>
            </a:r>
            <a:r>
              <a:rPr dirty="0" sz="3400" spc="-45">
                <a:solidFill>
                  <a:srgbClr val="0C0C08"/>
                </a:solidFill>
                <a:latin typeface="Times New Roman"/>
                <a:cs typeface="Times New Roman"/>
              </a:rPr>
              <a:t> </a:t>
            </a:r>
            <a:r>
              <a:rPr dirty="0" sz="3400" spc="-25">
                <a:solidFill>
                  <a:srgbClr val="0C0C08"/>
                </a:solidFill>
                <a:latin typeface="Times New Roman"/>
                <a:cs typeface="Times New Roman"/>
              </a:rPr>
              <a:t>your</a:t>
            </a:r>
            <a:r>
              <a:rPr dirty="0" sz="3400" spc="-204">
                <a:solidFill>
                  <a:srgbClr val="0C0C08"/>
                </a:solidFill>
                <a:latin typeface="Times New Roman"/>
                <a:cs typeface="Times New Roman"/>
              </a:rPr>
              <a:t> </a:t>
            </a:r>
            <a:r>
              <a:rPr dirty="0" sz="3400" spc="-40">
                <a:solidFill>
                  <a:srgbClr val="0C0C08"/>
                </a:solidFill>
                <a:latin typeface="Times New Roman"/>
                <a:cs typeface="Times New Roman"/>
              </a:rPr>
              <a:t>file</a:t>
            </a:r>
            <a:r>
              <a:rPr dirty="0" sz="3400" spc="-155">
                <a:solidFill>
                  <a:srgbClr val="0C0C08"/>
                </a:solidFill>
                <a:latin typeface="Times New Roman"/>
                <a:cs typeface="Times New Roman"/>
              </a:rPr>
              <a:t> </a:t>
            </a:r>
            <a:r>
              <a:rPr dirty="0" sz="3400" spc="85">
                <a:solidFill>
                  <a:srgbClr val="0C0C08"/>
                </a:solidFill>
                <a:latin typeface="Times New Roman"/>
                <a:cs typeface="Times New Roman"/>
              </a:rPr>
              <a:t>that</a:t>
            </a:r>
            <a:r>
              <a:rPr dirty="0" sz="3400" spc="-245">
                <a:solidFill>
                  <a:srgbClr val="0C0C08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0C0C08"/>
                </a:solidFill>
                <a:latin typeface="Times New Roman"/>
                <a:cs typeface="Times New Roman"/>
              </a:rPr>
              <a:t>defines</a:t>
            </a:r>
            <a:r>
              <a:rPr dirty="0" sz="3400" spc="-50">
                <a:solidFill>
                  <a:srgbClr val="0C0C08"/>
                </a:solidFill>
                <a:latin typeface="Times New Roman"/>
                <a:cs typeface="Times New Roman"/>
              </a:rPr>
              <a:t> </a:t>
            </a:r>
            <a:r>
              <a:rPr dirty="0" sz="3400" spc="65">
                <a:solidFill>
                  <a:srgbClr val="0C0C08"/>
                </a:solidFill>
                <a:latin typeface="Times New Roman"/>
                <a:cs typeface="Times New Roman"/>
              </a:rPr>
              <a:t>the</a:t>
            </a:r>
            <a:r>
              <a:rPr dirty="0" sz="3400" spc="-260">
                <a:solidFill>
                  <a:srgbClr val="0C0C08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0C0C08"/>
                </a:solidFill>
                <a:latin typeface="Times New Roman"/>
                <a:cs typeface="Times New Roman"/>
              </a:rPr>
              <a:t>output</a:t>
            </a:r>
            <a:r>
              <a:rPr dirty="0" sz="3400" spc="-204">
                <a:solidFill>
                  <a:srgbClr val="0C0C08"/>
                </a:solidFill>
                <a:latin typeface="Times New Roman"/>
                <a:cs typeface="Times New Roman"/>
              </a:rPr>
              <a:t> </a:t>
            </a:r>
            <a:r>
              <a:rPr dirty="0" sz="3400" spc="-10">
                <a:solidFill>
                  <a:srgbClr val="0C0C08"/>
                </a:solidFill>
                <a:latin typeface="Times New Roman"/>
                <a:cs typeface="Times New Roman"/>
              </a:rPr>
              <a:t>style.</a:t>
            </a:r>
            <a:endParaRPr sz="3400">
              <a:latin typeface="Times New Roman"/>
              <a:cs typeface="Times New Roman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15487265" y="9359243"/>
            <a:ext cx="255270" cy="282575"/>
            <a:chOff x="15487265" y="9359243"/>
            <a:chExt cx="255270" cy="282575"/>
          </a:xfrm>
        </p:grpSpPr>
        <p:sp>
          <p:nvSpPr>
            <p:cNvPr id="79" name="object 79"/>
            <p:cNvSpPr/>
            <p:nvPr/>
          </p:nvSpPr>
          <p:spPr>
            <a:xfrm>
              <a:off x="15487256" y="9359252"/>
              <a:ext cx="255270" cy="282575"/>
            </a:xfrm>
            <a:custGeom>
              <a:avLst/>
              <a:gdLst/>
              <a:ahLst/>
              <a:cxnLst/>
              <a:rect l="l" t="t" r="r" b="b"/>
              <a:pathLst>
                <a:path w="255269" h="282575">
                  <a:moveTo>
                    <a:pt x="60642" y="0"/>
                  </a:moveTo>
                  <a:lnTo>
                    <a:pt x="0" y="0"/>
                  </a:lnTo>
                  <a:lnTo>
                    <a:pt x="0" y="282549"/>
                  </a:lnTo>
                  <a:lnTo>
                    <a:pt x="60642" y="282549"/>
                  </a:lnTo>
                  <a:lnTo>
                    <a:pt x="60642" y="0"/>
                  </a:lnTo>
                  <a:close/>
                </a:path>
                <a:path w="255269" h="282575">
                  <a:moveTo>
                    <a:pt x="254736" y="3289"/>
                  </a:moveTo>
                  <a:lnTo>
                    <a:pt x="89166" y="3289"/>
                  </a:lnTo>
                  <a:lnTo>
                    <a:pt x="89166" y="278257"/>
                  </a:lnTo>
                  <a:lnTo>
                    <a:pt x="254736" y="278257"/>
                  </a:lnTo>
                  <a:lnTo>
                    <a:pt x="254736" y="3289"/>
                  </a:lnTo>
                  <a:close/>
                </a:path>
              </a:pathLst>
            </a:custGeom>
            <a:solidFill>
              <a:srgbClr val="F4F4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15487265" y="9574871"/>
              <a:ext cx="255270" cy="0"/>
            </a:xfrm>
            <a:custGeom>
              <a:avLst/>
              <a:gdLst/>
              <a:ahLst/>
              <a:cxnLst/>
              <a:rect l="l" t="t" r="r" b="b"/>
              <a:pathLst>
                <a:path w="255269" h="0">
                  <a:moveTo>
                    <a:pt x="0" y="0"/>
                  </a:moveTo>
                  <a:lnTo>
                    <a:pt x="254738" y="0"/>
                  </a:lnTo>
                </a:path>
              </a:pathLst>
            </a:custGeom>
            <a:ln w="12766">
              <a:solidFill>
                <a:srgbClr val="AFB3A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1" name="object 81"/>
          <p:cNvSpPr txBox="1"/>
          <p:nvPr/>
        </p:nvSpPr>
        <p:spPr>
          <a:xfrm>
            <a:off x="15474568" y="9357915"/>
            <a:ext cx="290195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 spc="-75">
                <a:solidFill>
                  <a:srgbClr val="AFB3AA"/>
                </a:solidFill>
                <a:latin typeface="Times New Roman"/>
                <a:cs typeface="Times New Roman"/>
              </a:rPr>
              <a:t>,</a:t>
            </a:r>
            <a:r>
              <a:rPr dirty="0" sz="1600" spc="-85" b="1">
                <a:solidFill>
                  <a:srgbClr val="AFB3AA"/>
                </a:solidFill>
                <a:latin typeface="Times New Roman"/>
                <a:cs typeface="Times New Roman"/>
              </a:rPr>
              <a:t>i</a:t>
            </a:r>
            <a:r>
              <a:rPr dirty="0" sz="1600" spc="-1125" b="1">
                <a:solidFill>
                  <a:srgbClr val="919C9A"/>
                </a:solidFill>
                <a:latin typeface="Times New Roman"/>
                <a:cs typeface="Times New Roman"/>
              </a:rPr>
              <a:t>E</a:t>
            </a:r>
            <a:r>
              <a:rPr dirty="0" sz="1600" spc="-75">
                <a:solidFill>
                  <a:srgbClr val="AFB3AA"/>
                </a:solidFill>
                <a:latin typeface="Times New Roman"/>
                <a:cs typeface="Times New Roman"/>
              </a:rPr>
              <a:t>,</a:t>
            </a:r>
            <a:r>
              <a:rPr dirty="0" sz="1600" spc="370">
                <a:solidFill>
                  <a:srgbClr val="AFB3AA"/>
                </a:solidFill>
                <a:latin typeface="Times New Roman"/>
                <a:cs typeface="Times New Roman"/>
              </a:rPr>
              <a:t> </a:t>
            </a:r>
            <a:r>
              <a:rPr dirty="0" sz="1600" spc="-60">
                <a:solidFill>
                  <a:srgbClr val="AFB3AA"/>
                </a:solidFill>
                <a:latin typeface="Times New Roman"/>
                <a:cs typeface="Times New Roman"/>
              </a:rPr>
              <a:t>,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82" name="object 82"/>
          <p:cNvGrpSpPr/>
          <p:nvPr/>
        </p:nvGrpSpPr>
        <p:grpSpPr>
          <a:xfrm>
            <a:off x="15972274" y="9462066"/>
            <a:ext cx="38735" cy="146685"/>
            <a:chOff x="15972274" y="9462066"/>
            <a:chExt cx="38735" cy="146685"/>
          </a:xfrm>
        </p:grpSpPr>
        <p:sp>
          <p:nvSpPr>
            <p:cNvPr id="83" name="object 83"/>
            <p:cNvSpPr/>
            <p:nvPr/>
          </p:nvSpPr>
          <p:spPr>
            <a:xfrm>
              <a:off x="15972274" y="9462066"/>
              <a:ext cx="38735" cy="146685"/>
            </a:xfrm>
            <a:custGeom>
              <a:avLst/>
              <a:gdLst/>
              <a:ahLst/>
              <a:cxnLst/>
              <a:rect l="l" t="t" r="r" b="b"/>
              <a:pathLst>
                <a:path w="38734" h="146684">
                  <a:moveTo>
                    <a:pt x="38210" y="146078"/>
                  </a:moveTo>
                  <a:lnTo>
                    <a:pt x="0" y="146078"/>
                  </a:lnTo>
                  <a:lnTo>
                    <a:pt x="0" y="0"/>
                  </a:lnTo>
                  <a:lnTo>
                    <a:pt x="38210" y="0"/>
                  </a:lnTo>
                  <a:lnTo>
                    <a:pt x="38210" y="146078"/>
                  </a:lnTo>
                  <a:close/>
                </a:path>
              </a:pathLst>
            </a:custGeom>
            <a:solidFill>
              <a:srgbClr val="F4F4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15972274" y="9574870"/>
              <a:ext cx="38735" cy="0"/>
            </a:xfrm>
            <a:custGeom>
              <a:avLst/>
              <a:gdLst/>
              <a:ahLst/>
              <a:cxnLst/>
              <a:rect l="l" t="t" r="r" b="b"/>
              <a:pathLst>
                <a:path w="38734" h="0">
                  <a:moveTo>
                    <a:pt x="0" y="0"/>
                  </a:moveTo>
                  <a:lnTo>
                    <a:pt x="38210" y="0"/>
                  </a:lnTo>
                </a:path>
              </a:pathLst>
            </a:custGeom>
            <a:ln w="12766">
              <a:solidFill>
                <a:srgbClr val="BDC3B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5" name="object 85"/>
          <p:cNvSpPr txBox="1"/>
          <p:nvPr/>
        </p:nvSpPr>
        <p:spPr>
          <a:xfrm>
            <a:off x="15959570" y="9389830"/>
            <a:ext cx="1450975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12090" algn="l"/>
              </a:tabLst>
            </a:pPr>
            <a:r>
              <a:rPr dirty="0" sz="850" spc="-50">
                <a:solidFill>
                  <a:srgbClr val="BDC3BC"/>
                </a:solidFill>
                <a:latin typeface="Times New Roman"/>
                <a:cs typeface="Times New Roman"/>
              </a:rPr>
              <a:t>1</a:t>
            </a:r>
            <a:r>
              <a:rPr dirty="0" sz="850">
                <a:solidFill>
                  <a:srgbClr val="BDC3BC"/>
                </a:solidFill>
                <a:latin typeface="Times New Roman"/>
                <a:cs typeface="Times New Roman"/>
              </a:rPr>
              <a:t>	</a:t>
            </a:r>
            <a:r>
              <a:rPr dirty="0" sz="1150" spc="-30">
                <a:solidFill>
                  <a:srgbClr val="282826"/>
                </a:solidFill>
                <a:latin typeface="Times New Roman"/>
                <a:cs typeface="Times New Roman"/>
              </a:rPr>
              <a:t>II;,\ </a:t>
            </a:r>
            <a:r>
              <a:rPr dirty="0" sz="1350" spc="-10">
                <a:solidFill>
                  <a:srgbClr val="0C0C08"/>
                </a:solidFill>
                <a:latin typeface="Arial"/>
                <a:cs typeface="Arial"/>
              </a:rPr>
              <a:t>N</a:t>
            </a:r>
            <a:r>
              <a:rPr dirty="0" sz="1350" spc="-10">
                <a:solidFill>
                  <a:srgbClr val="282826"/>
                </a:solidFill>
                <a:latin typeface="Arial"/>
                <a:cs typeface="Arial"/>
              </a:rPr>
              <a:t>otebookLM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12051" y="76861"/>
            <a:ext cx="2241697" cy="408516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69370" y="7149303"/>
            <a:ext cx="0" cy="1609090"/>
          </a:xfrm>
          <a:custGeom>
            <a:avLst/>
            <a:gdLst/>
            <a:ahLst/>
            <a:cxnLst/>
            <a:rect l="l" t="t" r="r" b="b"/>
            <a:pathLst>
              <a:path w="0" h="1609090">
                <a:moveTo>
                  <a:pt x="0" y="1608533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69370" y="5540770"/>
            <a:ext cx="0" cy="868680"/>
          </a:xfrm>
          <a:custGeom>
            <a:avLst/>
            <a:gdLst/>
            <a:ahLst/>
            <a:cxnLst/>
            <a:rect l="l" t="t" r="r" b="b"/>
            <a:pathLst>
              <a:path w="0" h="868679">
                <a:moveTo>
                  <a:pt x="0" y="868097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7131155" y="255587"/>
            <a:ext cx="0" cy="9140825"/>
          </a:xfrm>
          <a:custGeom>
            <a:avLst/>
            <a:gdLst/>
            <a:ahLst/>
            <a:cxnLst/>
            <a:rect l="l" t="t" r="r" b="b"/>
            <a:pathLst>
              <a:path w="0" h="9140825">
                <a:moveTo>
                  <a:pt x="0" y="9140557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5615463" y="255587"/>
            <a:ext cx="636905" cy="0"/>
          </a:xfrm>
          <a:custGeom>
            <a:avLst/>
            <a:gdLst/>
            <a:ahLst/>
            <a:cxnLst/>
            <a:rect l="l" t="t" r="r" b="b"/>
            <a:pathLst>
              <a:path w="636905" h="0">
                <a:moveTo>
                  <a:pt x="0" y="0"/>
                </a:moveTo>
                <a:lnTo>
                  <a:pt x="636845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1030172" y="255587"/>
            <a:ext cx="3592195" cy="0"/>
          </a:xfrm>
          <a:custGeom>
            <a:avLst/>
            <a:gdLst/>
            <a:ahLst/>
            <a:cxnLst/>
            <a:rect l="l" t="t" r="r" b="b"/>
            <a:pathLst>
              <a:path w="3592194" h="0">
                <a:moveTo>
                  <a:pt x="0" y="0"/>
                </a:moveTo>
                <a:lnTo>
                  <a:pt x="3591811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7118418" y="4800333"/>
            <a:ext cx="356870" cy="26034"/>
          </a:xfrm>
          <a:custGeom>
            <a:avLst/>
            <a:gdLst/>
            <a:ahLst/>
            <a:cxnLst/>
            <a:rect l="l" t="t" r="r" b="b"/>
            <a:pathLst>
              <a:path w="356869" h="26035">
                <a:moveTo>
                  <a:pt x="356780" y="25532"/>
                </a:moveTo>
                <a:lnTo>
                  <a:pt x="0" y="25532"/>
                </a:lnTo>
                <a:lnTo>
                  <a:pt x="0" y="0"/>
                </a:lnTo>
                <a:lnTo>
                  <a:pt x="356780" y="0"/>
                </a:lnTo>
                <a:lnTo>
                  <a:pt x="356780" y="255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56633" y="9357846"/>
            <a:ext cx="16812895" cy="0"/>
          </a:xfrm>
          <a:custGeom>
            <a:avLst/>
            <a:gdLst/>
            <a:ahLst/>
            <a:cxnLst/>
            <a:rect l="l" t="t" r="r" b="b"/>
            <a:pathLst>
              <a:path w="16812895" h="0">
                <a:moveTo>
                  <a:pt x="0" y="0"/>
                </a:moveTo>
                <a:lnTo>
                  <a:pt x="16812733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120848" y="1889653"/>
            <a:ext cx="7336790" cy="5655945"/>
          </a:xfrm>
          <a:custGeom>
            <a:avLst/>
            <a:gdLst/>
            <a:ahLst/>
            <a:cxnLst/>
            <a:rect l="l" t="t" r="r" b="b"/>
            <a:pathLst>
              <a:path w="7336790" h="5655945">
                <a:moveTo>
                  <a:pt x="0" y="12766"/>
                </a:moveTo>
                <a:lnTo>
                  <a:pt x="7336465" y="12766"/>
                </a:lnTo>
              </a:path>
              <a:path w="7336790" h="5655945">
                <a:moveTo>
                  <a:pt x="12736" y="5655400"/>
                </a:moveTo>
                <a:lnTo>
                  <a:pt x="12736" y="0"/>
                </a:lnTo>
              </a:path>
              <a:path w="7336790" h="5655945">
                <a:moveTo>
                  <a:pt x="178316" y="165959"/>
                </a:moveTo>
                <a:lnTo>
                  <a:pt x="7170885" y="165959"/>
                </a:lnTo>
              </a:path>
              <a:path w="7336790" h="5655945">
                <a:moveTo>
                  <a:pt x="7323728" y="2451099"/>
                </a:moveTo>
                <a:lnTo>
                  <a:pt x="7323728" y="0"/>
                </a:lnTo>
              </a:path>
            </a:pathLst>
          </a:custGeom>
          <a:ln w="255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9170582" y="1889653"/>
            <a:ext cx="7196455" cy="5655945"/>
          </a:xfrm>
          <a:custGeom>
            <a:avLst/>
            <a:gdLst/>
            <a:ahLst/>
            <a:cxnLst/>
            <a:rect l="l" t="t" r="r" b="b"/>
            <a:pathLst>
              <a:path w="7196455" h="5655945">
                <a:moveTo>
                  <a:pt x="12736" y="2157477"/>
                </a:moveTo>
                <a:lnTo>
                  <a:pt x="12736" y="12766"/>
                </a:lnTo>
              </a:path>
              <a:path w="7196455" h="5655945">
                <a:moveTo>
                  <a:pt x="0" y="12766"/>
                </a:moveTo>
                <a:lnTo>
                  <a:pt x="7196359" y="12766"/>
                </a:lnTo>
              </a:path>
              <a:path w="7196455" h="5655945">
                <a:moveTo>
                  <a:pt x="152843" y="165959"/>
                </a:moveTo>
                <a:lnTo>
                  <a:pt x="7030779" y="165959"/>
                </a:lnTo>
              </a:path>
              <a:path w="7196455" h="5655945">
                <a:moveTo>
                  <a:pt x="7183622" y="5655400"/>
                </a:moveTo>
                <a:lnTo>
                  <a:pt x="7183622" y="0"/>
                </a:lnTo>
              </a:path>
            </a:pathLst>
          </a:custGeom>
          <a:ln w="255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299165" y="2055613"/>
            <a:ext cx="0" cy="5311140"/>
          </a:xfrm>
          <a:custGeom>
            <a:avLst/>
            <a:gdLst/>
            <a:ahLst/>
            <a:cxnLst/>
            <a:rect l="l" t="t" r="r" b="b"/>
            <a:pathLst>
              <a:path w="0" h="5311140">
                <a:moveTo>
                  <a:pt x="0" y="5310714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291734" y="2042847"/>
            <a:ext cx="0" cy="2438400"/>
          </a:xfrm>
          <a:custGeom>
            <a:avLst/>
            <a:gdLst/>
            <a:ahLst/>
            <a:cxnLst/>
            <a:rect l="l" t="t" r="r" b="b"/>
            <a:pathLst>
              <a:path w="0" h="2438400">
                <a:moveTo>
                  <a:pt x="0" y="2438333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9323424" y="2055613"/>
            <a:ext cx="0" cy="2247265"/>
          </a:xfrm>
          <a:custGeom>
            <a:avLst/>
            <a:gdLst/>
            <a:ahLst/>
            <a:cxnLst/>
            <a:rect l="l" t="t" r="r" b="b"/>
            <a:pathLst>
              <a:path w="0" h="2247265">
                <a:moveTo>
                  <a:pt x="0" y="2246840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0737222" y="2668388"/>
            <a:ext cx="5005705" cy="0"/>
          </a:xfrm>
          <a:custGeom>
            <a:avLst/>
            <a:gdLst/>
            <a:ahLst/>
            <a:cxnLst/>
            <a:rect l="l" t="t" r="r" b="b"/>
            <a:pathLst>
              <a:path w="5005705" h="0">
                <a:moveTo>
                  <a:pt x="0" y="0"/>
                </a:moveTo>
                <a:lnTo>
                  <a:pt x="5005609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6201361" y="2042847"/>
            <a:ext cx="0" cy="5336540"/>
          </a:xfrm>
          <a:custGeom>
            <a:avLst/>
            <a:gdLst/>
            <a:ahLst/>
            <a:cxnLst/>
            <a:rect l="l" t="t" r="r" b="b"/>
            <a:pathLst>
              <a:path w="0" h="5336540">
                <a:moveTo>
                  <a:pt x="0" y="5336247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0724486" y="2655622"/>
            <a:ext cx="5031105" cy="3932554"/>
          </a:xfrm>
          <a:custGeom>
            <a:avLst/>
            <a:gdLst/>
            <a:ahLst/>
            <a:cxnLst/>
            <a:rect l="l" t="t" r="r" b="b"/>
            <a:pathLst>
              <a:path w="5031105" h="3932554">
                <a:moveTo>
                  <a:pt x="12736" y="3919205"/>
                </a:moveTo>
                <a:lnTo>
                  <a:pt x="12736" y="12766"/>
                </a:lnTo>
              </a:path>
              <a:path w="5031105" h="3932554">
                <a:moveTo>
                  <a:pt x="0" y="204258"/>
                </a:moveTo>
                <a:lnTo>
                  <a:pt x="5031083" y="204258"/>
                </a:lnTo>
              </a:path>
              <a:path w="5031105" h="3932554">
                <a:moveTo>
                  <a:pt x="267475" y="3931971"/>
                </a:moveTo>
                <a:lnTo>
                  <a:pt x="267475" y="0"/>
                </a:lnTo>
              </a:path>
              <a:path w="5031105" h="3932554">
                <a:moveTo>
                  <a:pt x="1757694" y="3931971"/>
                </a:moveTo>
                <a:lnTo>
                  <a:pt x="1757694" y="0"/>
                </a:lnTo>
              </a:path>
              <a:path w="5031105" h="3932554">
                <a:moveTo>
                  <a:pt x="3273388" y="3931971"/>
                </a:moveTo>
                <a:lnTo>
                  <a:pt x="3273388" y="0"/>
                </a:lnTo>
              </a:path>
              <a:path w="5031105" h="3932554">
                <a:moveTo>
                  <a:pt x="4763607" y="3931971"/>
                </a:moveTo>
                <a:lnTo>
                  <a:pt x="4763607" y="0"/>
                </a:lnTo>
              </a:path>
              <a:path w="5031105" h="3932554">
                <a:moveTo>
                  <a:pt x="5018346" y="3931971"/>
                </a:moveTo>
                <a:lnTo>
                  <a:pt x="5018346" y="0"/>
                </a:lnTo>
              </a:path>
              <a:path w="5031105" h="3932554">
                <a:moveTo>
                  <a:pt x="0" y="1110654"/>
                </a:moveTo>
                <a:lnTo>
                  <a:pt x="5031083" y="1110654"/>
                </a:lnTo>
              </a:path>
            </a:pathLst>
          </a:custGeom>
          <a:ln w="255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8" name="object 18"/>
          <p:cNvGrpSpPr/>
          <p:nvPr/>
        </p:nvGrpSpPr>
        <p:grpSpPr>
          <a:xfrm>
            <a:off x="8278997" y="3766276"/>
            <a:ext cx="535305" cy="574675"/>
            <a:chOff x="8278997" y="3766276"/>
            <a:chExt cx="535305" cy="574675"/>
          </a:xfrm>
        </p:grpSpPr>
        <p:sp>
          <p:nvSpPr>
            <p:cNvPr id="19" name="object 19"/>
            <p:cNvSpPr/>
            <p:nvPr/>
          </p:nvSpPr>
          <p:spPr>
            <a:xfrm>
              <a:off x="8775737" y="3766276"/>
              <a:ext cx="0" cy="574675"/>
            </a:xfrm>
            <a:custGeom>
              <a:avLst/>
              <a:gdLst/>
              <a:ahLst/>
              <a:cxnLst/>
              <a:rect l="l" t="t" r="r" b="b"/>
              <a:pathLst>
                <a:path w="0" h="574675">
                  <a:moveTo>
                    <a:pt x="0" y="574476"/>
                  </a:moveTo>
                  <a:lnTo>
                    <a:pt x="0" y="0"/>
                  </a:lnTo>
                </a:path>
              </a:pathLst>
            </a:custGeom>
            <a:ln w="764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8278997" y="4302454"/>
              <a:ext cx="535305" cy="0"/>
            </a:xfrm>
            <a:custGeom>
              <a:avLst/>
              <a:gdLst/>
              <a:ahLst/>
              <a:cxnLst/>
              <a:rect l="l" t="t" r="r" b="b"/>
              <a:pathLst>
                <a:path w="535304" h="0">
                  <a:moveTo>
                    <a:pt x="0" y="0"/>
                  </a:moveTo>
                  <a:lnTo>
                    <a:pt x="534950" y="0"/>
                  </a:lnTo>
                </a:path>
              </a:pathLst>
            </a:custGeom>
            <a:ln w="638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/>
          <p:nvPr/>
        </p:nvSpPr>
        <p:spPr>
          <a:xfrm>
            <a:off x="10724486" y="4545011"/>
            <a:ext cx="5031105" cy="0"/>
          </a:xfrm>
          <a:custGeom>
            <a:avLst/>
            <a:gdLst/>
            <a:ahLst/>
            <a:cxnLst/>
            <a:rect l="l" t="t" r="r" b="b"/>
            <a:pathLst>
              <a:path w="5031105" h="0">
                <a:moveTo>
                  <a:pt x="0" y="0"/>
                </a:moveTo>
                <a:lnTo>
                  <a:pt x="5031083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2" name="object 22"/>
          <p:cNvGrpSpPr/>
          <p:nvPr/>
        </p:nvGrpSpPr>
        <p:grpSpPr>
          <a:xfrm>
            <a:off x="8285366" y="5170552"/>
            <a:ext cx="522605" cy="2374900"/>
            <a:chOff x="8285366" y="5170552"/>
            <a:chExt cx="522605" cy="2374900"/>
          </a:xfrm>
        </p:grpSpPr>
        <p:sp>
          <p:nvSpPr>
            <p:cNvPr id="23" name="object 23"/>
            <p:cNvSpPr/>
            <p:nvPr/>
          </p:nvSpPr>
          <p:spPr>
            <a:xfrm>
              <a:off x="8291734" y="5170552"/>
              <a:ext cx="0" cy="2209165"/>
            </a:xfrm>
            <a:custGeom>
              <a:avLst/>
              <a:gdLst/>
              <a:ahLst/>
              <a:cxnLst/>
              <a:rect l="l" t="t" r="r" b="b"/>
              <a:pathLst>
                <a:path w="0" h="2209165">
                  <a:moveTo>
                    <a:pt x="0" y="2208542"/>
                  </a:moveTo>
                  <a:lnTo>
                    <a:pt x="0" y="0"/>
                  </a:lnTo>
                </a:path>
              </a:pathLst>
            </a:custGeom>
            <a:ln w="127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8291734" y="5272681"/>
              <a:ext cx="484505" cy="0"/>
            </a:xfrm>
            <a:custGeom>
              <a:avLst/>
              <a:gdLst/>
              <a:ahLst/>
              <a:cxnLst/>
              <a:rect l="l" t="t" r="r" b="b"/>
              <a:pathLst>
                <a:path w="484504" h="0">
                  <a:moveTo>
                    <a:pt x="0" y="0"/>
                  </a:moveTo>
                  <a:lnTo>
                    <a:pt x="484002" y="0"/>
                  </a:lnTo>
                </a:path>
              </a:pathLst>
            </a:custGeom>
            <a:ln w="638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8444577" y="5247149"/>
              <a:ext cx="0" cy="2298065"/>
            </a:xfrm>
            <a:custGeom>
              <a:avLst/>
              <a:gdLst/>
              <a:ahLst/>
              <a:cxnLst/>
              <a:rect l="l" t="t" r="r" b="b"/>
              <a:pathLst>
                <a:path w="0" h="2298065">
                  <a:moveTo>
                    <a:pt x="0" y="2297905"/>
                  </a:moveTo>
                  <a:lnTo>
                    <a:pt x="0" y="0"/>
                  </a:lnTo>
                </a:path>
              </a:pathLst>
            </a:custGeom>
            <a:ln w="254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8775737" y="5247149"/>
              <a:ext cx="0" cy="229870"/>
            </a:xfrm>
            <a:custGeom>
              <a:avLst/>
              <a:gdLst/>
              <a:ahLst/>
              <a:cxnLst/>
              <a:rect l="l" t="t" r="r" b="b"/>
              <a:pathLst>
                <a:path w="0" h="229870">
                  <a:moveTo>
                    <a:pt x="0" y="229790"/>
                  </a:moveTo>
                  <a:lnTo>
                    <a:pt x="0" y="0"/>
                  </a:lnTo>
                </a:path>
              </a:pathLst>
            </a:custGeom>
            <a:ln w="636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/>
          <p:nvPr/>
        </p:nvSpPr>
        <p:spPr>
          <a:xfrm>
            <a:off x="10724486" y="5476939"/>
            <a:ext cx="5031105" cy="0"/>
          </a:xfrm>
          <a:custGeom>
            <a:avLst/>
            <a:gdLst/>
            <a:ahLst/>
            <a:cxnLst/>
            <a:rect l="l" t="t" r="r" b="b"/>
            <a:pathLst>
              <a:path w="5031105" h="0">
                <a:moveTo>
                  <a:pt x="0" y="0"/>
                </a:moveTo>
                <a:lnTo>
                  <a:pt x="5031083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9183318" y="5476939"/>
            <a:ext cx="0" cy="2055495"/>
          </a:xfrm>
          <a:custGeom>
            <a:avLst/>
            <a:gdLst/>
            <a:ahLst/>
            <a:cxnLst/>
            <a:rect l="l" t="t" r="r" b="b"/>
            <a:pathLst>
              <a:path w="0" h="2055495">
                <a:moveTo>
                  <a:pt x="0" y="2055348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9323424" y="5476939"/>
            <a:ext cx="0" cy="1889760"/>
          </a:xfrm>
          <a:custGeom>
            <a:avLst/>
            <a:gdLst/>
            <a:ahLst/>
            <a:cxnLst/>
            <a:rect l="l" t="t" r="r" b="b"/>
            <a:pathLst>
              <a:path w="0" h="1889759">
                <a:moveTo>
                  <a:pt x="0" y="1889388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0724486" y="6447166"/>
            <a:ext cx="5031105" cy="0"/>
          </a:xfrm>
          <a:custGeom>
            <a:avLst/>
            <a:gdLst/>
            <a:ahLst/>
            <a:cxnLst/>
            <a:rect l="l" t="t" r="r" b="b"/>
            <a:pathLst>
              <a:path w="5031105" h="0">
                <a:moveTo>
                  <a:pt x="0" y="0"/>
                </a:moveTo>
                <a:lnTo>
                  <a:pt x="5031083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597724" y="6574828"/>
            <a:ext cx="1706880" cy="0"/>
          </a:xfrm>
          <a:custGeom>
            <a:avLst/>
            <a:gdLst/>
            <a:ahLst/>
            <a:cxnLst/>
            <a:rect l="l" t="t" r="r" b="b"/>
            <a:pathLst>
              <a:path w="1706879" h="0">
                <a:moveTo>
                  <a:pt x="0" y="0"/>
                </a:moveTo>
                <a:lnTo>
                  <a:pt x="1706747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0724486" y="6574828"/>
            <a:ext cx="5031105" cy="0"/>
          </a:xfrm>
          <a:custGeom>
            <a:avLst/>
            <a:gdLst/>
            <a:ahLst/>
            <a:cxnLst/>
            <a:rect l="l" t="t" r="r" b="b"/>
            <a:pathLst>
              <a:path w="5031105" h="0">
                <a:moveTo>
                  <a:pt x="0" y="0"/>
                </a:moveTo>
                <a:lnTo>
                  <a:pt x="5031083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286428" y="6574828"/>
            <a:ext cx="7018655" cy="804545"/>
          </a:xfrm>
          <a:custGeom>
            <a:avLst/>
            <a:gdLst/>
            <a:ahLst/>
            <a:cxnLst/>
            <a:rect l="l" t="t" r="r" b="b"/>
            <a:pathLst>
              <a:path w="7018655" h="804545">
                <a:moveTo>
                  <a:pt x="5311295" y="804266"/>
                </a:moveTo>
                <a:lnTo>
                  <a:pt x="5311295" y="0"/>
                </a:lnTo>
              </a:path>
              <a:path w="7018655" h="804545">
                <a:moveTo>
                  <a:pt x="5298558" y="280855"/>
                </a:moveTo>
                <a:lnTo>
                  <a:pt x="7018042" y="280855"/>
                </a:lnTo>
              </a:path>
              <a:path w="7018655" h="804545">
                <a:moveTo>
                  <a:pt x="5298558" y="625540"/>
                </a:moveTo>
                <a:lnTo>
                  <a:pt x="7018042" y="625540"/>
                </a:lnTo>
              </a:path>
              <a:path w="7018655" h="804545">
                <a:moveTo>
                  <a:pt x="0" y="791500"/>
                </a:moveTo>
                <a:lnTo>
                  <a:pt x="7018042" y="791500"/>
                </a:lnTo>
              </a:path>
            </a:pathLst>
          </a:custGeom>
          <a:ln w="255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9310688" y="7366328"/>
            <a:ext cx="6903720" cy="0"/>
          </a:xfrm>
          <a:custGeom>
            <a:avLst/>
            <a:gdLst/>
            <a:ahLst/>
            <a:cxnLst/>
            <a:rect l="l" t="t" r="r" b="b"/>
            <a:pathLst>
              <a:path w="6903719" h="0">
                <a:moveTo>
                  <a:pt x="0" y="0"/>
                </a:moveTo>
                <a:lnTo>
                  <a:pt x="6903410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120848" y="7532288"/>
            <a:ext cx="7336790" cy="0"/>
          </a:xfrm>
          <a:custGeom>
            <a:avLst/>
            <a:gdLst/>
            <a:ahLst/>
            <a:cxnLst/>
            <a:rect l="l" t="t" r="r" b="b"/>
            <a:pathLst>
              <a:path w="7336790" h="0">
                <a:moveTo>
                  <a:pt x="0" y="0"/>
                </a:moveTo>
                <a:lnTo>
                  <a:pt x="7336465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9170582" y="7532288"/>
            <a:ext cx="7196455" cy="0"/>
          </a:xfrm>
          <a:custGeom>
            <a:avLst/>
            <a:gdLst/>
            <a:ahLst/>
            <a:cxnLst/>
            <a:rect l="l" t="t" r="r" b="b"/>
            <a:pathLst>
              <a:path w="7196455" h="0">
                <a:moveTo>
                  <a:pt x="0" y="0"/>
                </a:moveTo>
                <a:lnTo>
                  <a:pt x="7196359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1775856" y="330"/>
            <a:ext cx="536575" cy="3168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407034" algn="l"/>
              </a:tabLst>
            </a:pPr>
            <a:r>
              <a:rPr dirty="0" u="heavy" sz="1900" spc="-25">
                <a:solidFill>
                  <a:srgbClr val="CFCCC3"/>
                </a:solidFill>
                <a:uFill>
                  <a:solidFill>
                    <a:srgbClr val="BFBCB3"/>
                  </a:solidFill>
                </a:uFill>
                <a:latin typeface="Arial"/>
                <a:cs typeface="Arial"/>
              </a:rPr>
              <a:t>,</a:t>
            </a:r>
            <a:r>
              <a:rPr dirty="0" u="heavy" sz="1900" spc="-25">
                <a:solidFill>
                  <a:srgbClr val="BFBCB3"/>
                </a:solidFill>
                <a:uFill>
                  <a:solidFill>
                    <a:srgbClr val="BFBCB3"/>
                  </a:solidFill>
                </a:uFill>
                <a:latin typeface="Arial"/>
                <a:cs typeface="Arial"/>
              </a:rPr>
              <a:t>I</a:t>
            </a:r>
            <a:r>
              <a:rPr dirty="0" u="none" sz="1900">
                <a:solidFill>
                  <a:srgbClr val="BFBCB3"/>
                </a:solidFill>
                <a:latin typeface="Arial"/>
                <a:cs typeface="Arial"/>
              </a:rPr>
              <a:t>	</a:t>
            </a:r>
            <a:r>
              <a:rPr dirty="0" u="heavy" sz="1900" spc="-40">
                <a:solidFill>
                  <a:srgbClr val="BFBCB3"/>
                </a:solidFill>
                <a:uFill>
                  <a:solidFill>
                    <a:srgbClr val="BFBCB3"/>
                  </a:solidFill>
                </a:uFill>
                <a:latin typeface="Arial"/>
                <a:cs typeface="Arial"/>
              </a:rPr>
              <a:t>,,</a:t>
            </a:r>
            <a:endParaRPr sz="19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273425" y="330"/>
            <a:ext cx="5056505" cy="316865"/>
          </a:xfrm>
          <a:prstGeom prst="rect">
            <a:avLst/>
          </a:prstGeom>
        </p:spPr>
        <p:txBody>
          <a:bodyPr wrap="square" lIns="0" tIns="255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10"/>
              </a:spcBef>
              <a:tabLst>
                <a:tab pos="1400810" algn="l"/>
                <a:tab pos="5043170" algn="l"/>
              </a:tabLst>
            </a:pPr>
            <a:r>
              <a:rPr dirty="0" u="heavy" sz="1900">
                <a:solidFill>
                  <a:srgbClr val="BFBCB3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dirty="0" u="none" sz="1900" spc="-140">
                <a:solidFill>
                  <a:srgbClr val="BFBCB3"/>
                </a:solidFill>
                <a:latin typeface="Arial"/>
                <a:cs typeface="Arial"/>
              </a:rPr>
              <a:t> </a:t>
            </a:r>
            <a:r>
              <a:rPr dirty="0" u="heavy" sz="1900">
                <a:solidFill>
                  <a:srgbClr val="BFBCB3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endParaRPr sz="19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210146" y="191823"/>
            <a:ext cx="79375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heavy" sz="1200" spc="-25">
                <a:solidFill>
                  <a:srgbClr val="CFCCC3"/>
                </a:solidFill>
                <a:uFill>
                  <a:solidFill>
                    <a:srgbClr val="CFCCC3"/>
                  </a:solidFill>
                </a:uFill>
                <a:latin typeface="Times New Roman"/>
                <a:cs typeface="Times New Roman"/>
              </a:rPr>
              <a:t>''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307583" y="574807"/>
            <a:ext cx="14386560" cy="96011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100" spc="210" b="1">
                <a:solidFill>
                  <a:srgbClr val="232321"/>
                </a:solidFill>
                <a:latin typeface="Arial"/>
                <a:cs typeface="Arial"/>
              </a:rPr>
              <a:t>The</a:t>
            </a:r>
            <a:r>
              <a:rPr dirty="0" sz="6100" spc="-140" b="1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dirty="0" sz="6100" spc="100" b="1">
                <a:solidFill>
                  <a:srgbClr val="232321"/>
                </a:solidFill>
                <a:latin typeface="Arial"/>
                <a:cs typeface="Arial"/>
              </a:rPr>
              <a:t>Artist:</a:t>
            </a:r>
            <a:r>
              <a:rPr dirty="0" sz="6100" spc="-400" b="1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dirty="0" sz="6100" spc="125" b="1">
                <a:solidFill>
                  <a:srgbClr val="232321"/>
                </a:solidFill>
                <a:latin typeface="Arial"/>
                <a:cs typeface="Arial"/>
              </a:rPr>
              <a:t>Data</a:t>
            </a:r>
            <a:r>
              <a:rPr dirty="0" sz="6100" spc="20" b="1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dirty="0" sz="6100" spc="75" b="1">
                <a:solidFill>
                  <a:srgbClr val="232321"/>
                </a:solidFill>
                <a:latin typeface="Arial"/>
                <a:cs typeface="Arial"/>
              </a:rPr>
              <a:t>Visualization</a:t>
            </a:r>
            <a:r>
              <a:rPr dirty="0" sz="6100" spc="165" b="1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dirty="0" sz="6100" spc="200" b="1">
                <a:solidFill>
                  <a:srgbClr val="232321"/>
                </a:solidFill>
                <a:latin typeface="Arial"/>
                <a:cs typeface="Arial"/>
              </a:rPr>
              <a:t>as</a:t>
            </a:r>
            <a:r>
              <a:rPr dirty="0" sz="6100" spc="-440" b="1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dirty="0" sz="6100" spc="85" b="1">
                <a:solidFill>
                  <a:srgbClr val="232321"/>
                </a:solidFill>
                <a:latin typeface="Arial"/>
                <a:cs typeface="Arial"/>
              </a:rPr>
              <a:t>Code</a:t>
            </a:r>
            <a:endParaRPr sz="61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91139" y="1902485"/>
            <a:ext cx="171450" cy="95885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ts val="3515"/>
              </a:lnSpc>
              <a:spcBef>
                <a:spcPts val="114"/>
              </a:spcBef>
            </a:pPr>
            <a:r>
              <a:rPr dirty="0" sz="3300" spc="-465">
                <a:solidFill>
                  <a:srgbClr val="BFBCB3"/>
                </a:solidFill>
                <a:latin typeface="Arial"/>
                <a:cs typeface="Arial"/>
              </a:rPr>
              <a:t>r.</a:t>
            </a:r>
            <a:endParaRPr sz="3300">
              <a:latin typeface="Arial"/>
              <a:cs typeface="Arial"/>
            </a:endParaRPr>
          </a:p>
          <a:p>
            <a:pPr marL="26034">
              <a:lnSpc>
                <a:spcPts val="3815"/>
              </a:lnSpc>
            </a:pPr>
            <a:r>
              <a:rPr dirty="0" sz="3550" spc="-380" i="1">
                <a:solidFill>
                  <a:srgbClr val="BFBCB3"/>
                </a:solidFill>
                <a:latin typeface="Arial"/>
                <a:cs typeface="Arial"/>
              </a:rPr>
              <a:t>I</a:t>
            </a:r>
            <a:endParaRPr sz="355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87859" y="4564227"/>
            <a:ext cx="162560" cy="9067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750" spc="-894">
                <a:solidFill>
                  <a:srgbClr val="BFBCB3"/>
                </a:solidFill>
                <a:latin typeface="Times New Roman"/>
                <a:cs typeface="Times New Roman"/>
              </a:rPr>
              <a:t>r</a:t>
            </a:r>
            <a:endParaRPr sz="575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2773393" y="2304620"/>
            <a:ext cx="978535" cy="3549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50" spc="75">
                <a:solidFill>
                  <a:srgbClr val="232321"/>
                </a:solidFill>
                <a:latin typeface="Arial"/>
                <a:cs typeface="Arial"/>
              </a:rPr>
              <a:t>Growth</a:t>
            </a:r>
            <a:endParaRPr sz="215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0370977" y="2713137"/>
            <a:ext cx="311150" cy="3092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50" spc="-25">
                <a:solidFill>
                  <a:srgbClr val="333131"/>
                </a:solidFill>
                <a:latin typeface="Courier New"/>
                <a:cs typeface="Courier New"/>
              </a:rPr>
              <a:t>30</a:t>
            </a:r>
            <a:endParaRPr sz="1850">
              <a:latin typeface="Courier New"/>
              <a:cs typeface="Courier New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500930" y="2193556"/>
            <a:ext cx="6367780" cy="13277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" marR="5080" indent="-13335">
              <a:lnSpc>
                <a:spcPct val="125699"/>
              </a:lnSpc>
              <a:spcBef>
                <a:spcPts val="95"/>
              </a:spcBef>
            </a:pPr>
            <a:r>
              <a:rPr dirty="0" sz="3400" spc="-434">
                <a:solidFill>
                  <a:srgbClr val="CA572A"/>
                </a:solidFill>
                <a:latin typeface="Courier New"/>
                <a:cs typeface="Courier New"/>
              </a:rPr>
              <a:t>import</a:t>
            </a:r>
            <a:r>
              <a:rPr dirty="0" sz="3400" spc="-200">
                <a:solidFill>
                  <a:srgbClr val="CA572A"/>
                </a:solidFill>
                <a:latin typeface="Courier New"/>
                <a:cs typeface="Courier New"/>
              </a:rPr>
              <a:t> </a:t>
            </a:r>
            <a:r>
              <a:rPr dirty="0" sz="3400" spc="-434">
                <a:solidFill>
                  <a:srgbClr val="010100"/>
                </a:solidFill>
                <a:latin typeface="Courier New"/>
                <a:cs typeface="Courier New"/>
              </a:rPr>
              <a:t>matplotlib.pyplot</a:t>
            </a:r>
            <a:r>
              <a:rPr dirty="0" sz="3400" spc="-819">
                <a:solidFill>
                  <a:srgbClr val="010100"/>
                </a:solidFill>
                <a:latin typeface="Courier New"/>
                <a:cs typeface="Courier New"/>
              </a:rPr>
              <a:t> </a:t>
            </a:r>
            <a:r>
              <a:rPr dirty="0" sz="3400" spc="-270">
                <a:solidFill>
                  <a:srgbClr val="CA572A"/>
                </a:solidFill>
                <a:latin typeface="Courier New"/>
                <a:cs typeface="Courier New"/>
              </a:rPr>
              <a:t>as</a:t>
            </a:r>
            <a:r>
              <a:rPr dirty="0" sz="3400" spc="-610">
                <a:solidFill>
                  <a:srgbClr val="CA572A"/>
                </a:solidFill>
                <a:latin typeface="Courier New"/>
                <a:cs typeface="Courier New"/>
              </a:rPr>
              <a:t> </a:t>
            </a:r>
            <a:r>
              <a:rPr dirty="0" sz="3400" spc="-500">
                <a:solidFill>
                  <a:srgbClr val="010100"/>
                </a:solidFill>
                <a:latin typeface="Courier New"/>
                <a:cs typeface="Courier New"/>
              </a:rPr>
              <a:t>plt </a:t>
            </a:r>
            <a:r>
              <a:rPr dirty="0" sz="3400" spc="-455">
                <a:solidFill>
                  <a:srgbClr val="CA572A"/>
                </a:solidFill>
                <a:latin typeface="Courier New"/>
                <a:cs typeface="Courier New"/>
              </a:rPr>
              <a:t>import</a:t>
            </a:r>
            <a:r>
              <a:rPr dirty="0" sz="3400" spc="-180">
                <a:solidFill>
                  <a:srgbClr val="CA572A"/>
                </a:solidFill>
                <a:latin typeface="Courier New"/>
                <a:cs typeface="Courier New"/>
              </a:rPr>
              <a:t> </a:t>
            </a:r>
            <a:r>
              <a:rPr dirty="0" sz="3400" spc="-434">
                <a:solidFill>
                  <a:srgbClr val="010100"/>
                </a:solidFill>
                <a:latin typeface="Courier New"/>
                <a:cs typeface="Courier New"/>
              </a:rPr>
              <a:t>matplotlib.pyplot</a:t>
            </a:r>
            <a:r>
              <a:rPr dirty="0" sz="3400" spc="-819">
                <a:solidFill>
                  <a:srgbClr val="010100"/>
                </a:solidFill>
                <a:latin typeface="Courier New"/>
                <a:cs typeface="Courier New"/>
              </a:rPr>
              <a:t> </a:t>
            </a:r>
            <a:r>
              <a:rPr dirty="0" sz="3400" spc="-270">
                <a:solidFill>
                  <a:srgbClr val="CA572A"/>
                </a:solidFill>
                <a:latin typeface="Courier New"/>
                <a:cs typeface="Courier New"/>
              </a:rPr>
              <a:t>as</a:t>
            </a:r>
            <a:r>
              <a:rPr dirty="0" sz="3400" spc="-509">
                <a:solidFill>
                  <a:srgbClr val="CA572A"/>
                </a:solidFill>
                <a:latin typeface="Courier New"/>
                <a:cs typeface="Courier New"/>
              </a:rPr>
              <a:t> </a:t>
            </a:r>
            <a:r>
              <a:rPr dirty="0" sz="3400" spc="-520">
                <a:solidFill>
                  <a:srgbClr val="010100"/>
                </a:solidFill>
                <a:latin typeface="Courier New"/>
                <a:cs typeface="Courier New"/>
              </a:rPr>
              <a:t>plt</a:t>
            </a:r>
            <a:endParaRPr sz="3400">
              <a:latin typeface="Courier New"/>
              <a:cs typeface="Courier New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541063" y="3664214"/>
            <a:ext cx="214629" cy="3625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00" spc="-50" b="1">
                <a:solidFill>
                  <a:srgbClr val="11110F"/>
                </a:solidFill>
                <a:latin typeface="Arial"/>
                <a:cs typeface="Arial"/>
              </a:rPr>
              <a:t>X</a:t>
            </a:r>
            <a:endParaRPr sz="22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917891" y="3274847"/>
            <a:ext cx="1529080" cy="7842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baseline="-3367" sz="7425" spc="-1875">
                <a:solidFill>
                  <a:srgbClr val="010100"/>
                </a:solidFill>
                <a:latin typeface="Courier New"/>
                <a:cs typeface="Courier New"/>
              </a:rPr>
              <a:t>=</a:t>
            </a:r>
            <a:r>
              <a:rPr dirty="0" baseline="-3367" sz="7425" spc="-2640">
                <a:solidFill>
                  <a:srgbClr val="010100"/>
                </a:solidFill>
                <a:latin typeface="Courier New"/>
                <a:cs typeface="Courier New"/>
              </a:rPr>
              <a:t> </a:t>
            </a:r>
            <a:r>
              <a:rPr dirty="0" sz="3300" spc="-229">
                <a:solidFill>
                  <a:srgbClr val="010100"/>
                </a:solidFill>
                <a:latin typeface="Courier New"/>
                <a:cs typeface="Courier New"/>
              </a:rPr>
              <a:t>[1,</a:t>
            </a:r>
            <a:r>
              <a:rPr dirty="0" sz="3300" spc="-405">
                <a:solidFill>
                  <a:srgbClr val="010100"/>
                </a:solidFill>
                <a:latin typeface="Courier New"/>
                <a:cs typeface="Courier New"/>
              </a:rPr>
              <a:t> </a:t>
            </a:r>
            <a:r>
              <a:rPr dirty="0" sz="3050" spc="-80" b="1">
                <a:solidFill>
                  <a:srgbClr val="11110F"/>
                </a:solidFill>
                <a:latin typeface="Times New Roman"/>
                <a:cs typeface="Times New Roman"/>
              </a:rPr>
              <a:t>2,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756841" y="3428041"/>
            <a:ext cx="1103630" cy="5848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baseline="-1792" sz="4650" spc="-375" b="1">
                <a:solidFill>
                  <a:srgbClr val="010100"/>
                </a:solidFill>
                <a:latin typeface="Courier New"/>
                <a:cs typeface="Courier New"/>
              </a:rPr>
              <a:t>3,</a:t>
            </a:r>
            <a:r>
              <a:rPr dirty="0" baseline="-1792" sz="4650" spc="-390" b="1">
                <a:solidFill>
                  <a:srgbClr val="010100"/>
                </a:solidFill>
                <a:latin typeface="Courier New"/>
                <a:cs typeface="Courier New"/>
              </a:rPr>
              <a:t> </a:t>
            </a:r>
            <a:r>
              <a:rPr dirty="0" sz="3650" spc="-1110">
                <a:solidFill>
                  <a:srgbClr val="010100"/>
                </a:solidFill>
                <a:latin typeface="Courier New"/>
                <a:cs typeface="Courier New"/>
              </a:rPr>
              <a:t>�]</a:t>
            </a:r>
            <a:endParaRPr sz="3650">
              <a:latin typeface="Courier New"/>
              <a:cs typeface="Courier New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0373569" y="3606766"/>
            <a:ext cx="305435" cy="3092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50" spc="-25">
                <a:solidFill>
                  <a:srgbClr val="333131"/>
                </a:solidFill>
                <a:latin typeface="Courier New"/>
                <a:cs typeface="Courier New"/>
              </a:rPr>
              <a:t>25</a:t>
            </a:r>
            <a:endParaRPr sz="1850">
              <a:latin typeface="Courier New"/>
              <a:cs typeface="Courier New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3891297" y="3689746"/>
            <a:ext cx="141605" cy="5314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300" spc="-50">
                <a:solidFill>
                  <a:srgbClr val="316493"/>
                </a:solidFill>
                <a:latin typeface="Times New Roman"/>
                <a:cs typeface="Times New Roman"/>
              </a:rPr>
              <a:t>/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294826" y="4111029"/>
            <a:ext cx="838835" cy="3930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400" spc="420">
                <a:solidFill>
                  <a:srgbClr val="155BA5"/>
                </a:solidFill>
                <a:latin typeface="Arial"/>
                <a:cs typeface="Arial"/>
              </a:rPr>
              <a:t>•••••</a:t>
            </a:r>
            <a:endParaRPr sz="24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2594959" y="4468481"/>
            <a:ext cx="16383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000" spc="240">
                <a:solidFill>
                  <a:srgbClr val="316493"/>
                </a:solidFill>
                <a:latin typeface="Times New Roman"/>
                <a:cs typeface="Times New Roman"/>
              </a:rPr>
              <a:t>�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334725" y="4321670"/>
            <a:ext cx="171450" cy="3549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50" spc="340">
                <a:solidFill>
                  <a:srgbClr val="155BA5"/>
                </a:solidFill>
                <a:latin typeface="Arial"/>
                <a:cs typeface="Arial"/>
              </a:rPr>
              <a:t>•</a:t>
            </a:r>
            <a:endParaRPr sz="215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0045463" y="4187626"/>
            <a:ext cx="300355" cy="3321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baseline="-27777" sz="3000" spc="-225">
                <a:solidFill>
                  <a:srgbClr val="333131"/>
                </a:solidFill>
                <a:latin typeface="Arial"/>
                <a:cs typeface="Arial"/>
              </a:rPr>
              <a:t>·</a:t>
            </a:r>
            <a:r>
              <a:rPr dirty="0" sz="950" spc="-455" i="1">
                <a:solidFill>
                  <a:srgbClr val="232321"/>
                </a:solidFill>
                <a:latin typeface="Times New Roman"/>
                <a:cs typeface="Times New Roman"/>
              </a:rPr>
              <a:t>V</a:t>
            </a:r>
            <a:r>
              <a:rPr dirty="0" baseline="-27777" sz="3000" spc="82">
                <a:solidFill>
                  <a:srgbClr val="333131"/>
                </a:solidFill>
                <a:latin typeface="Arial"/>
                <a:cs typeface="Arial"/>
              </a:rPr>
              <a:t>-</a:t>
            </a:r>
            <a:r>
              <a:rPr dirty="0" sz="950" spc="70" i="1">
                <a:solidFill>
                  <a:srgbClr val="232321"/>
                </a:solidFill>
                <a:latin typeface="Times New Roman"/>
                <a:cs typeface="Times New Roman"/>
              </a:rPr>
              <a:t>,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0373569" y="4474864"/>
            <a:ext cx="325120" cy="3092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50" spc="35">
                <a:solidFill>
                  <a:srgbClr val="333131"/>
                </a:solidFill>
                <a:latin typeface="Courier New"/>
                <a:cs typeface="Courier New"/>
              </a:rPr>
              <a:t>20</a:t>
            </a:r>
            <a:endParaRPr sz="1850">
              <a:latin typeface="Courier New"/>
              <a:cs typeface="Courier New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307026" y="4442948"/>
            <a:ext cx="177800" cy="3930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baseline="-27777" sz="3600" spc="-1312">
                <a:solidFill>
                  <a:srgbClr val="155BA5"/>
                </a:solidFill>
                <a:latin typeface="Times New Roman"/>
                <a:cs typeface="Times New Roman"/>
              </a:rPr>
              <a:t>•</a:t>
            </a:r>
            <a:r>
              <a:rPr dirty="0" sz="2200" spc="-40">
                <a:solidFill>
                  <a:srgbClr val="155BA5"/>
                </a:solidFill>
                <a:latin typeface="Times New Roman"/>
                <a:cs typeface="Times New Roman"/>
              </a:rPr>
              <a:t>•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0066009" y="4615293"/>
            <a:ext cx="240665" cy="2171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22222" sz="1875" spc="-982">
                <a:solidFill>
                  <a:srgbClr val="11110F"/>
                </a:solidFill>
                <a:latin typeface="Times New Roman"/>
                <a:cs typeface="Times New Roman"/>
              </a:rPr>
              <a:t>X</a:t>
            </a:r>
            <a:r>
              <a:rPr dirty="0" sz="1200" spc="100">
                <a:solidFill>
                  <a:srgbClr val="232321"/>
                </a:solidFill>
                <a:latin typeface="Times New Roman"/>
                <a:cs typeface="Times New Roman"/>
              </a:rPr>
              <a:t>&lt;</a:t>
            </a:r>
            <a:r>
              <a:rPr dirty="0" sz="1200" spc="105">
                <a:solidFill>
                  <a:srgbClr val="232321"/>
                </a:solidFill>
                <a:latin typeface="Times New Roman"/>
                <a:cs typeface="Times New Roman"/>
              </a:rPr>
              <a:t>(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851461" y="4474864"/>
            <a:ext cx="1619250" cy="64897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2445"/>
              </a:lnSpc>
              <a:spcBef>
                <a:spcPts val="110"/>
              </a:spcBef>
            </a:pPr>
            <a:r>
              <a:rPr dirty="0" sz="2150" b="1">
                <a:solidFill>
                  <a:srgbClr val="11110F"/>
                </a:solidFill>
                <a:latin typeface="Arial"/>
                <a:cs typeface="Arial"/>
              </a:rPr>
              <a:t>Rendered</a:t>
            </a:r>
            <a:r>
              <a:rPr dirty="0" sz="2150" spc="320" b="1">
                <a:solidFill>
                  <a:srgbClr val="11110F"/>
                </a:solidFill>
                <a:latin typeface="Arial"/>
                <a:cs typeface="Arial"/>
              </a:rPr>
              <a:t> </a:t>
            </a:r>
            <a:r>
              <a:rPr dirty="0" sz="2150" spc="-490">
                <a:solidFill>
                  <a:srgbClr val="316493"/>
                </a:solidFill>
                <a:latin typeface="Arial"/>
                <a:cs typeface="Arial"/>
              </a:rPr>
              <a:t>�</a:t>
            </a:r>
            <a:endParaRPr sz="2150">
              <a:latin typeface="Arial"/>
              <a:cs typeface="Arial"/>
            </a:endParaRPr>
          </a:p>
          <a:p>
            <a:pPr marL="14604">
              <a:lnSpc>
                <a:spcPts val="2445"/>
              </a:lnSpc>
            </a:pPr>
            <a:r>
              <a:rPr dirty="0" sz="2150" spc="60" b="1">
                <a:solidFill>
                  <a:srgbClr val="11110F"/>
                </a:solidFill>
                <a:latin typeface="Arial"/>
                <a:cs typeface="Arial"/>
              </a:rPr>
              <a:t>by</a:t>
            </a:r>
            <a:r>
              <a:rPr dirty="0" sz="2150" spc="-185" b="1">
                <a:solidFill>
                  <a:srgbClr val="11110F"/>
                </a:solidFill>
                <a:latin typeface="Arial"/>
                <a:cs typeface="Arial"/>
              </a:rPr>
              <a:t> </a:t>
            </a:r>
            <a:r>
              <a:rPr dirty="0" sz="2150" spc="-10" b="1">
                <a:solidFill>
                  <a:srgbClr val="11110F"/>
                </a:solidFill>
                <a:latin typeface="Arial"/>
                <a:cs typeface="Arial"/>
              </a:rPr>
              <a:t>Quarto</a:t>
            </a:r>
            <a:endParaRPr sz="215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0105769" y="4653590"/>
            <a:ext cx="224154" cy="492759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050" spc="-615">
                <a:solidFill>
                  <a:srgbClr val="232321"/>
                </a:solidFill>
                <a:latin typeface="Times New Roman"/>
                <a:cs typeface="Times New Roman"/>
              </a:rPr>
              <a:t>&gt;-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7332426" y="4889764"/>
            <a:ext cx="128270" cy="3930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400" spc="-50">
                <a:solidFill>
                  <a:srgbClr val="155BA5"/>
                </a:solidFill>
                <a:latin typeface="Times New Roman"/>
                <a:cs typeface="Times New Roman"/>
              </a:rPr>
              <a:t>•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7294826" y="5081257"/>
            <a:ext cx="838835" cy="3930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400" spc="420">
                <a:solidFill>
                  <a:srgbClr val="155BA5"/>
                </a:solidFill>
                <a:latin typeface="Arial"/>
                <a:cs typeface="Arial"/>
              </a:rPr>
              <a:t>•••••</a:t>
            </a:r>
            <a:endParaRPr sz="240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0379943" y="5406793"/>
            <a:ext cx="297180" cy="3092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50" spc="-25">
                <a:solidFill>
                  <a:srgbClr val="333131"/>
                </a:solidFill>
                <a:latin typeface="Courier New"/>
                <a:cs typeface="Courier New"/>
              </a:rPr>
              <a:t>15</a:t>
            </a:r>
            <a:endParaRPr sz="1850">
              <a:latin typeface="Courier New"/>
              <a:cs typeface="Courier New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537736" y="3759960"/>
            <a:ext cx="4126865" cy="272351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92430" algn="l"/>
              </a:tabLst>
            </a:pPr>
            <a:r>
              <a:rPr dirty="0" baseline="-5376" sz="4650" spc="-75" b="1">
                <a:solidFill>
                  <a:srgbClr val="010100"/>
                </a:solidFill>
                <a:latin typeface="Times New Roman"/>
                <a:cs typeface="Times New Roman"/>
              </a:rPr>
              <a:t>y</a:t>
            </a:r>
            <a:r>
              <a:rPr dirty="0" baseline="-5376" sz="4650" b="1">
                <a:solidFill>
                  <a:srgbClr val="010100"/>
                </a:solidFill>
                <a:latin typeface="Times New Roman"/>
                <a:cs typeface="Times New Roman"/>
              </a:rPr>
              <a:t>	</a:t>
            </a:r>
            <a:r>
              <a:rPr dirty="0" baseline="-3367" sz="7425" spc="-1875">
                <a:solidFill>
                  <a:srgbClr val="010100"/>
                </a:solidFill>
                <a:latin typeface="Courier New"/>
                <a:cs typeface="Courier New"/>
              </a:rPr>
              <a:t>=</a:t>
            </a:r>
            <a:r>
              <a:rPr dirty="0" baseline="-3367" sz="7425" spc="-2654">
                <a:solidFill>
                  <a:srgbClr val="010100"/>
                </a:solidFill>
                <a:latin typeface="Courier New"/>
                <a:cs typeface="Courier New"/>
              </a:rPr>
              <a:t> </a:t>
            </a:r>
            <a:r>
              <a:rPr dirty="0" sz="3300" spc="-300">
                <a:solidFill>
                  <a:srgbClr val="010100"/>
                </a:solidFill>
                <a:latin typeface="Courier New"/>
                <a:cs typeface="Courier New"/>
              </a:rPr>
              <a:t>[10,</a:t>
            </a:r>
            <a:r>
              <a:rPr dirty="0" sz="3300" spc="-465">
                <a:solidFill>
                  <a:srgbClr val="010100"/>
                </a:solidFill>
                <a:latin typeface="Courier New"/>
                <a:cs typeface="Courier New"/>
              </a:rPr>
              <a:t> </a:t>
            </a:r>
            <a:r>
              <a:rPr dirty="0" baseline="-1683" sz="4950" spc="-450">
                <a:solidFill>
                  <a:srgbClr val="010100"/>
                </a:solidFill>
                <a:latin typeface="Courier New"/>
                <a:cs typeface="Courier New"/>
              </a:rPr>
              <a:t>20,</a:t>
            </a:r>
            <a:r>
              <a:rPr dirty="0" baseline="-1683" sz="4950" spc="-944">
                <a:solidFill>
                  <a:srgbClr val="010100"/>
                </a:solidFill>
                <a:latin typeface="Courier New"/>
                <a:cs typeface="Courier New"/>
              </a:rPr>
              <a:t> </a:t>
            </a:r>
            <a:r>
              <a:rPr dirty="0" baseline="-1683" sz="4950" spc="-450">
                <a:solidFill>
                  <a:srgbClr val="11110F"/>
                </a:solidFill>
                <a:latin typeface="Courier New"/>
                <a:cs typeface="Courier New"/>
              </a:rPr>
              <a:t>25,</a:t>
            </a:r>
            <a:r>
              <a:rPr dirty="0" baseline="-1683" sz="4950" spc="-997">
                <a:solidFill>
                  <a:srgbClr val="11110F"/>
                </a:solidFill>
                <a:latin typeface="Courier New"/>
                <a:cs typeface="Courier New"/>
              </a:rPr>
              <a:t> </a:t>
            </a:r>
            <a:r>
              <a:rPr dirty="0" sz="3300" spc="-145">
                <a:solidFill>
                  <a:srgbClr val="11110F"/>
                </a:solidFill>
                <a:latin typeface="Courier New"/>
                <a:cs typeface="Courier New"/>
              </a:rPr>
              <a:t>30]</a:t>
            </a:r>
            <a:endParaRPr sz="3300">
              <a:latin typeface="Courier New"/>
              <a:cs typeface="Courier New"/>
            </a:endParaRPr>
          </a:p>
          <a:p>
            <a:pPr marL="19050" marR="199390">
              <a:lnSpc>
                <a:spcPts val="3920"/>
              </a:lnSpc>
              <a:spcBef>
                <a:spcPts val="3615"/>
              </a:spcBef>
            </a:pPr>
            <a:r>
              <a:rPr dirty="0" sz="3400" spc="-475">
                <a:solidFill>
                  <a:srgbClr val="010100"/>
                </a:solidFill>
                <a:latin typeface="Courier New"/>
                <a:cs typeface="Courier New"/>
              </a:rPr>
              <a:t>plt.plot(x,</a:t>
            </a:r>
            <a:r>
              <a:rPr dirty="0" sz="3400" spc="-365">
                <a:solidFill>
                  <a:srgbClr val="010100"/>
                </a:solidFill>
                <a:latin typeface="Courier New"/>
                <a:cs typeface="Courier New"/>
              </a:rPr>
              <a:t> </a:t>
            </a:r>
            <a:r>
              <a:rPr dirty="0" sz="3400" spc="-25">
                <a:solidFill>
                  <a:srgbClr val="010100"/>
                </a:solidFill>
                <a:latin typeface="Courier New"/>
                <a:cs typeface="Courier New"/>
              </a:rPr>
              <a:t>y) </a:t>
            </a:r>
            <a:r>
              <a:rPr dirty="0" sz="3400" spc="-445">
                <a:solidFill>
                  <a:srgbClr val="010100"/>
                </a:solidFill>
                <a:latin typeface="Courier New"/>
                <a:cs typeface="Courier New"/>
              </a:rPr>
              <a:t>plt.title('Growth') </a:t>
            </a:r>
            <a:r>
              <a:rPr dirty="0" sz="3400" spc="-465">
                <a:solidFill>
                  <a:srgbClr val="010100"/>
                </a:solidFill>
                <a:latin typeface="Courier New"/>
                <a:cs typeface="Courier New"/>
              </a:rPr>
              <a:t>plt.show()</a:t>
            </a:r>
            <a:endParaRPr sz="3400">
              <a:latin typeface="Courier New"/>
              <a:cs typeface="Courier New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0379943" y="6300423"/>
            <a:ext cx="316865" cy="3092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50" spc="-25">
                <a:solidFill>
                  <a:srgbClr val="232321"/>
                </a:solidFill>
                <a:latin typeface="Courier New"/>
                <a:cs typeface="Courier New"/>
              </a:rPr>
              <a:t>10</a:t>
            </a:r>
            <a:endParaRPr sz="1850">
              <a:latin typeface="Courier New"/>
              <a:cs typeface="Courier New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0914895" y="6670641"/>
            <a:ext cx="171450" cy="3092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50" spc="-50">
                <a:solidFill>
                  <a:srgbClr val="232321"/>
                </a:solidFill>
                <a:latin typeface="Courier New"/>
                <a:cs typeface="Courier New"/>
              </a:rPr>
              <a:t>1</a:t>
            </a:r>
            <a:endParaRPr sz="1850">
              <a:latin typeface="Courier New"/>
              <a:cs typeface="Courier New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12424212" y="6670641"/>
            <a:ext cx="171450" cy="3092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50" spc="-50">
                <a:solidFill>
                  <a:srgbClr val="232321"/>
                </a:solidFill>
                <a:latin typeface="Courier New"/>
                <a:cs typeface="Courier New"/>
              </a:rPr>
              <a:t>2</a:t>
            </a:r>
            <a:endParaRPr sz="1850">
              <a:latin typeface="Courier New"/>
              <a:cs typeface="Courier New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3924571" y="6670641"/>
            <a:ext cx="171450" cy="3092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50" spc="-50">
                <a:solidFill>
                  <a:srgbClr val="333131"/>
                </a:solidFill>
                <a:latin typeface="Courier New"/>
                <a:cs typeface="Courier New"/>
              </a:rPr>
              <a:t>3</a:t>
            </a:r>
            <a:endParaRPr sz="1850">
              <a:latin typeface="Courier New"/>
              <a:cs typeface="Courier New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5446553" y="6696173"/>
            <a:ext cx="133985" cy="2787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-50">
                <a:solidFill>
                  <a:srgbClr val="333131"/>
                </a:solidFill>
                <a:latin typeface="Times New Roman"/>
                <a:cs typeface="Times New Roman"/>
              </a:rPr>
              <a:t>4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12914300" y="6951496"/>
            <a:ext cx="695960" cy="2940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750">
                <a:solidFill>
                  <a:srgbClr val="333131"/>
                </a:solidFill>
                <a:latin typeface="Arial"/>
                <a:cs typeface="Arial"/>
              </a:rPr>
              <a:t>X</a:t>
            </a:r>
            <a:r>
              <a:rPr dirty="0" sz="1750">
                <a:solidFill>
                  <a:srgbClr val="010100"/>
                </a:solidFill>
                <a:latin typeface="Arial"/>
                <a:cs typeface="Arial"/>
              </a:rPr>
              <a:t>-</a:t>
            </a:r>
            <a:r>
              <a:rPr dirty="0" sz="1750" spc="-20">
                <a:solidFill>
                  <a:srgbClr val="232321"/>
                </a:solidFill>
                <a:latin typeface="Arial"/>
                <a:cs typeface="Arial"/>
              </a:rPr>
              <a:t>Axis</a:t>
            </a:r>
            <a:endParaRPr sz="175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6610460" y="7155754"/>
            <a:ext cx="1675130" cy="2628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382905">
              <a:lnSpc>
                <a:spcPct val="100000"/>
              </a:lnSpc>
              <a:spcBef>
                <a:spcPts val="105"/>
              </a:spcBef>
            </a:pPr>
            <a:r>
              <a:rPr dirty="0" sz="1550" spc="-50">
                <a:solidFill>
                  <a:srgbClr val="626464"/>
                </a:solidFill>
                <a:latin typeface="Arial"/>
                <a:cs typeface="Arial"/>
              </a:rPr>
              <a:t>I</a:t>
            </a:r>
            <a:endParaRPr sz="1550">
              <a:latin typeface="Arial"/>
              <a:cs typeface="Aria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1101557" y="7896192"/>
            <a:ext cx="14670405" cy="1039494"/>
          </a:xfrm>
          <a:prstGeom prst="rect">
            <a:avLst/>
          </a:prstGeom>
        </p:spPr>
        <p:txBody>
          <a:bodyPr wrap="square" lIns="0" tIns="64769" rIns="0" bIns="0" rtlCol="0" vert="horz">
            <a:spAutoFit/>
          </a:bodyPr>
          <a:lstStyle/>
          <a:p>
            <a:pPr marL="18415" marR="5080" indent="-6350">
              <a:lnSpc>
                <a:spcPts val="3820"/>
              </a:lnSpc>
              <a:spcBef>
                <a:spcPts val="509"/>
              </a:spcBef>
            </a:pPr>
            <a:r>
              <a:rPr dirty="0" sz="3450" spc="55">
                <a:solidFill>
                  <a:srgbClr val="11110F"/>
                </a:solidFill>
                <a:latin typeface="Times New Roman"/>
                <a:cs typeface="Times New Roman"/>
              </a:rPr>
              <a:t>Matplotlib </a:t>
            </a:r>
            <a:r>
              <a:rPr dirty="0" sz="3450" spc="50">
                <a:solidFill>
                  <a:srgbClr val="11110F"/>
                </a:solidFill>
                <a:latin typeface="Times New Roman"/>
                <a:cs typeface="Times New Roman"/>
              </a:rPr>
              <a:t>gives</a:t>
            </a:r>
            <a:r>
              <a:rPr dirty="0" sz="3450" spc="-229">
                <a:solidFill>
                  <a:srgbClr val="11110F"/>
                </a:solidFill>
                <a:latin typeface="Times New Roman"/>
                <a:cs typeface="Times New Roman"/>
              </a:rPr>
              <a:t> </a:t>
            </a:r>
            <a:r>
              <a:rPr dirty="0" sz="3450" spc="50">
                <a:solidFill>
                  <a:srgbClr val="010100"/>
                </a:solidFill>
                <a:latin typeface="Times New Roman"/>
                <a:cs typeface="Times New Roman"/>
              </a:rPr>
              <a:t>you</a:t>
            </a:r>
            <a:r>
              <a:rPr dirty="0" sz="3450" spc="-60">
                <a:solidFill>
                  <a:srgbClr val="010100"/>
                </a:solidFill>
                <a:latin typeface="Times New Roman"/>
                <a:cs typeface="Times New Roman"/>
              </a:rPr>
              <a:t> </a:t>
            </a:r>
            <a:r>
              <a:rPr dirty="0" sz="3450" spc="114">
                <a:solidFill>
                  <a:srgbClr val="11110F"/>
                </a:solidFill>
                <a:latin typeface="Times New Roman"/>
                <a:cs typeface="Times New Roman"/>
              </a:rPr>
              <a:t>granular</a:t>
            </a:r>
            <a:r>
              <a:rPr dirty="0" sz="3450" spc="-80">
                <a:solidFill>
                  <a:srgbClr val="11110F"/>
                </a:solidFill>
                <a:latin typeface="Times New Roman"/>
                <a:cs typeface="Times New Roman"/>
              </a:rPr>
              <a:t> </a:t>
            </a:r>
            <a:r>
              <a:rPr dirty="0" sz="3450" spc="105">
                <a:solidFill>
                  <a:srgbClr val="11110F"/>
                </a:solidFill>
                <a:latin typeface="Times New Roman"/>
                <a:cs typeface="Times New Roman"/>
              </a:rPr>
              <a:t>control</a:t>
            </a:r>
            <a:r>
              <a:rPr dirty="0" sz="3450" spc="-80">
                <a:solidFill>
                  <a:srgbClr val="11110F"/>
                </a:solidFill>
                <a:latin typeface="Times New Roman"/>
                <a:cs typeface="Times New Roman"/>
              </a:rPr>
              <a:t> </a:t>
            </a:r>
            <a:r>
              <a:rPr dirty="0" sz="3450" spc="60">
                <a:solidFill>
                  <a:srgbClr val="010100"/>
                </a:solidFill>
                <a:latin typeface="Times New Roman"/>
                <a:cs typeface="Times New Roman"/>
              </a:rPr>
              <a:t>over</a:t>
            </a:r>
            <a:r>
              <a:rPr dirty="0" sz="3450" spc="-130">
                <a:solidFill>
                  <a:srgbClr val="010100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11110F"/>
                </a:solidFill>
                <a:latin typeface="Times New Roman"/>
                <a:cs typeface="Times New Roman"/>
              </a:rPr>
              <a:t>every</a:t>
            </a:r>
            <a:r>
              <a:rPr dirty="0" sz="3450" spc="15">
                <a:solidFill>
                  <a:srgbClr val="11110F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010100"/>
                </a:solidFill>
                <a:latin typeface="Times New Roman"/>
                <a:cs typeface="Times New Roman"/>
              </a:rPr>
              <a:t>pixel</a:t>
            </a:r>
            <a:r>
              <a:rPr dirty="0" sz="3450">
                <a:solidFill>
                  <a:srgbClr val="232321"/>
                </a:solidFill>
                <a:latin typeface="Times New Roman"/>
                <a:cs typeface="Times New Roman"/>
              </a:rPr>
              <a:t>.</a:t>
            </a:r>
            <a:r>
              <a:rPr dirty="0" sz="3450" spc="-315">
                <a:solidFill>
                  <a:srgbClr val="232321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010100"/>
                </a:solidFill>
                <a:latin typeface="Times New Roman"/>
                <a:cs typeface="Times New Roman"/>
              </a:rPr>
              <a:t>Unlike</a:t>
            </a:r>
            <a:r>
              <a:rPr dirty="0" sz="3450" spc="35">
                <a:solidFill>
                  <a:srgbClr val="010100"/>
                </a:solidFill>
                <a:latin typeface="Times New Roman"/>
                <a:cs typeface="Times New Roman"/>
              </a:rPr>
              <a:t> </a:t>
            </a:r>
            <a:r>
              <a:rPr dirty="0" sz="3450" spc="-10">
                <a:solidFill>
                  <a:srgbClr val="11110F"/>
                </a:solidFill>
                <a:latin typeface="Times New Roman"/>
                <a:cs typeface="Times New Roman"/>
              </a:rPr>
              <a:t>Excel,</a:t>
            </a:r>
            <a:r>
              <a:rPr dirty="0" sz="3450" spc="-55">
                <a:solidFill>
                  <a:srgbClr val="11110F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010100"/>
                </a:solidFill>
                <a:latin typeface="Times New Roman"/>
                <a:cs typeface="Times New Roman"/>
              </a:rPr>
              <a:t>the</a:t>
            </a:r>
            <a:r>
              <a:rPr dirty="0" sz="3450" spc="465">
                <a:solidFill>
                  <a:srgbClr val="010100"/>
                </a:solidFill>
                <a:latin typeface="Times New Roman"/>
                <a:cs typeface="Times New Roman"/>
              </a:rPr>
              <a:t> </a:t>
            </a:r>
            <a:r>
              <a:rPr dirty="0" sz="3450" spc="130">
                <a:solidFill>
                  <a:srgbClr val="11110F"/>
                </a:solidFill>
                <a:latin typeface="Times New Roman"/>
                <a:cs typeface="Times New Roman"/>
              </a:rPr>
              <a:t>chart</a:t>
            </a:r>
            <a:r>
              <a:rPr dirty="0" sz="3450" spc="-100">
                <a:solidFill>
                  <a:srgbClr val="11110F"/>
                </a:solidFill>
                <a:latin typeface="Times New Roman"/>
                <a:cs typeface="Times New Roman"/>
              </a:rPr>
              <a:t> </a:t>
            </a:r>
            <a:r>
              <a:rPr dirty="0" sz="3450" spc="85">
                <a:solidFill>
                  <a:srgbClr val="010100"/>
                </a:solidFill>
                <a:latin typeface="Times New Roman"/>
                <a:cs typeface="Times New Roman"/>
              </a:rPr>
              <a:t>is </a:t>
            </a:r>
            <a:r>
              <a:rPr dirty="0" sz="3450" spc="100">
                <a:solidFill>
                  <a:srgbClr val="11110F"/>
                </a:solidFill>
                <a:latin typeface="Times New Roman"/>
                <a:cs typeface="Times New Roman"/>
              </a:rPr>
              <a:t>generated</a:t>
            </a:r>
            <a:r>
              <a:rPr dirty="0" sz="3450" spc="160">
                <a:solidFill>
                  <a:srgbClr val="11110F"/>
                </a:solidFill>
                <a:latin typeface="Times New Roman"/>
                <a:cs typeface="Times New Roman"/>
              </a:rPr>
              <a:t> </a:t>
            </a:r>
            <a:r>
              <a:rPr dirty="0" sz="3450" spc="100">
                <a:solidFill>
                  <a:srgbClr val="010100"/>
                </a:solidFill>
                <a:latin typeface="Times New Roman"/>
                <a:cs typeface="Times New Roman"/>
              </a:rPr>
              <a:t>programmatically,</a:t>
            </a:r>
            <a:r>
              <a:rPr dirty="0" sz="3450" spc="-240">
                <a:solidFill>
                  <a:srgbClr val="010100"/>
                </a:solidFill>
                <a:latin typeface="Times New Roman"/>
                <a:cs typeface="Times New Roman"/>
              </a:rPr>
              <a:t> </a:t>
            </a:r>
            <a:r>
              <a:rPr dirty="0" sz="3450" spc="100">
                <a:solidFill>
                  <a:srgbClr val="010100"/>
                </a:solidFill>
                <a:latin typeface="Times New Roman"/>
                <a:cs typeface="Times New Roman"/>
              </a:rPr>
              <a:t>making</a:t>
            </a:r>
            <a:r>
              <a:rPr dirty="0" sz="3450" spc="-65">
                <a:solidFill>
                  <a:srgbClr val="010100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010100"/>
                </a:solidFill>
                <a:latin typeface="Times New Roman"/>
                <a:cs typeface="Times New Roman"/>
              </a:rPr>
              <a:t>it</a:t>
            </a:r>
            <a:r>
              <a:rPr dirty="0" sz="3450" spc="35">
                <a:solidFill>
                  <a:srgbClr val="010100"/>
                </a:solidFill>
                <a:latin typeface="Times New Roman"/>
                <a:cs typeface="Times New Roman"/>
              </a:rPr>
              <a:t> </a:t>
            </a:r>
            <a:r>
              <a:rPr dirty="0" sz="3450" spc="50">
                <a:solidFill>
                  <a:srgbClr val="010100"/>
                </a:solidFill>
                <a:latin typeface="Times New Roman"/>
                <a:cs typeface="Times New Roman"/>
              </a:rPr>
              <a:t>reproducible</a:t>
            </a:r>
            <a:r>
              <a:rPr dirty="0" sz="3450" spc="220">
                <a:solidFill>
                  <a:srgbClr val="010100"/>
                </a:solidFill>
                <a:latin typeface="Times New Roman"/>
                <a:cs typeface="Times New Roman"/>
              </a:rPr>
              <a:t> </a:t>
            </a:r>
            <a:r>
              <a:rPr dirty="0" sz="3450" spc="114">
                <a:solidFill>
                  <a:srgbClr val="010100"/>
                </a:solidFill>
                <a:latin typeface="Times New Roman"/>
                <a:cs typeface="Times New Roman"/>
              </a:rPr>
              <a:t>instantly</a:t>
            </a:r>
            <a:r>
              <a:rPr dirty="0" sz="3450" spc="-204">
                <a:solidFill>
                  <a:srgbClr val="010100"/>
                </a:solidFill>
                <a:latin typeface="Times New Roman"/>
                <a:cs typeface="Times New Roman"/>
              </a:rPr>
              <a:t> </a:t>
            </a:r>
            <a:r>
              <a:rPr dirty="0" sz="3450" spc="120">
                <a:solidFill>
                  <a:srgbClr val="010100"/>
                </a:solidFill>
                <a:latin typeface="Times New Roman"/>
                <a:cs typeface="Times New Roman"/>
              </a:rPr>
              <a:t>with</a:t>
            </a:r>
            <a:r>
              <a:rPr dirty="0" sz="3450" spc="-45">
                <a:solidFill>
                  <a:srgbClr val="010100"/>
                </a:solidFill>
                <a:latin typeface="Times New Roman"/>
                <a:cs typeface="Times New Roman"/>
              </a:rPr>
              <a:t> </a:t>
            </a:r>
            <a:r>
              <a:rPr dirty="0" sz="3450" spc="130">
                <a:solidFill>
                  <a:srgbClr val="010100"/>
                </a:solidFill>
                <a:latin typeface="Times New Roman"/>
                <a:cs typeface="Times New Roman"/>
              </a:rPr>
              <a:t>new</a:t>
            </a:r>
            <a:r>
              <a:rPr dirty="0" sz="3450" spc="-275">
                <a:solidFill>
                  <a:srgbClr val="010100"/>
                </a:solidFill>
                <a:latin typeface="Times New Roman"/>
                <a:cs typeface="Times New Roman"/>
              </a:rPr>
              <a:t> </a:t>
            </a:r>
            <a:r>
              <a:rPr dirty="0" sz="3450" spc="120">
                <a:solidFill>
                  <a:srgbClr val="010100"/>
                </a:solidFill>
                <a:latin typeface="Times New Roman"/>
                <a:cs typeface="Times New Roman"/>
              </a:rPr>
              <a:t>data.</a:t>
            </a:r>
            <a:endParaRPr sz="345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12436276" y="9343708"/>
            <a:ext cx="26034" cy="410209"/>
          </a:xfrm>
          <a:custGeom>
            <a:avLst/>
            <a:gdLst/>
            <a:ahLst/>
            <a:cxnLst/>
            <a:rect l="l" t="t" r="r" b="b"/>
            <a:pathLst>
              <a:path w="26034" h="410209">
                <a:moveTo>
                  <a:pt x="25473" y="409890"/>
                </a:moveTo>
                <a:lnTo>
                  <a:pt x="0" y="409890"/>
                </a:lnTo>
                <a:lnTo>
                  <a:pt x="0" y="0"/>
                </a:lnTo>
                <a:lnTo>
                  <a:pt x="25473" y="0"/>
                </a:lnTo>
                <a:lnTo>
                  <a:pt x="25473" y="409890"/>
                </a:lnTo>
                <a:close/>
              </a:path>
            </a:pathLst>
          </a:custGeom>
          <a:solidFill>
            <a:srgbClr val="EDEB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13060385" y="9343708"/>
            <a:ext cx="26034" cy="239395"/>
          </a:xfrm>
          <a:custGeom>
            <a:avLst/>
            <a:gdLst/>
            <a:ahLst/>
            <a:cxnLst/>
            <a:rect l="l" t="t" r="r" b="b"/>
            <a:pathLst>
              <a:path w="26034" h="239395">
                <a:moveTo>
                  <a:pt x="0" y="238879"/>
                </a:moveTo>
                <a:lnTo>
                  <a:pt x="25473" y="238879"/>
                </a:lnTo>
                <a:lnTo>
                  <a:pt x="25473" y="0"/>
                </a:lnTo>
                <a:lnTo>
                  <a:pt x="0" y="0"/>
                </a:lnTo>
                <a:lnTo>
                  <a:pt x="0" y="238879"/>
                </a:lnTo>
                <a:close/>
              </a:path>
            </a:pathLst>
          </a:custGeom>
          <a:solidFill>
            <a:srgbClr val="EDEB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 txBox="1"/>
          <p:nvPr/>
        </p:nvSpPr>
        <p:spPr>
          <a:xfrm>
            <a:off x="13060387" y="9391709"/>
            <a:ext cx="109220" cy="3994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110"/>
              </a:lnSpc>
            </a:pPr>
            <a:r>
              <a:rPr dirty="0" sz="2800" spc="25">
                <a:solidFill>
                  <a:srgbClr val="CFCCC3"/>
                </a:solidFill>
                <a:latin typeface="Arial"/>
                <a:cs typeface="Arial"/>
              </a:rPr>
              <a:t>I</a:t>
            </a:r>
            <a:endParaRPr sz="2800">
              <a:latin typeface="Arial"/>
              <a:cs typeface="Arial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13671757" y="9343708"/>
            <a:ext cx="38735" cy="410209"/>
          </a:xfrm>
          <a:custGeom>
            <a:avLst/>
            <a:gdLst/>
            <a:ahLst/>
            <a:cxnLst/>
            <a:rect l="l" t="t" r="r" b="b"/>
            <a:pathLst>
              <a:path w="38734" h="410209">
                <a:moveTo>
                  <a:pt x="38210" y="409890"/>
                </a:moveTo>
                <a:lnTo>
                  <a:pt x="0" y="409890"/>
                </a:lnTo>
                <a:lnTo>
                  <a:pt x="0" y="0"/>
                </a:lnTo>
                <a:lnTo>
                  <a:pt x="38210" y="0"/>
                </a:lnTo>
                <a:lnTo>
                  <a:pt x="38210" y="409890"/>
                </a:lnTo>
                <a:close/>
              </a:path>
            </a:pathLst>
          </a:custGeom>
          <a:solidFill>
            <a:srgbClr val="EDEB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14295866" y="9343708"/>
            <a:ext cx="26034" cy="239395"/>
          </a:xfrm>
          <a:custGeom>
            <a:avLst/>
            <a:gdLst/>
            <a:ahLst/>
            <a:cxnLst/>
            <a:rect l="l" t="t" r="r" b="b"/>
            <a:pathLst>
              <a:path w="26034" h="239395">
                <a:moveTo>
                  <a:pt x="0" y="238879"/>
                </a:moveTo>
                <a:lnTo>
                  <a:pt x="25473" y="238879"/>
                </a:lnTo>
                <a:lnTo>
                  <a:pt x="25473" y="0"/>
                </a:lnTo>
                <a:lnTo>
                  <a:pt x="0" y="0"/>
                </a:lnTo>
                <a:lnTo>
                  <a:pt x="0" y="238879"/>
                </a:lnTo>
                <a:close/>
              </a:path>
            </a:pathLst>
          </a:custGeom>
          <a:solidFill>
            <a:srgbClr val="EDEB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 txBox="1"/>
          <p:nvPr/>
        </p:nvSpPr>
        <p:spPr>
          <a:xfrm>
            <a:off x="14295870" y="9391709"/>
            <a:ext cx="109220" cy="3994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110"/>
              </a:lnSpc>
            </a:pPr>
            <a:r>
              <a:rPr dirty="0" sz="2800" spc="25">
                <a:solidFill>
                  <a:srgbClr val="BFBCB3"/>
                </a:solidFill>
                <a:latin typeface="Arial"/>
                <a:cs typeface="Arial"/>
              </a:rPr>
              <a:t>I</a:t>
            </a:r>
            <a:endParaRPr sz="2800">
              <a:latin typeface="Arial"/>
              <a:cs typeface="Arial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14919976" y="9343708"/>
            <a:ext cx="26034" cy="410209"/>
          </a:xfrm>
          <a:custGeom>
            <a:avLst/>
            <a:gdLst/>
            <a:ahLst/>
            <a:cxnLst/>
            <a:rect l="l" t="t" r="r" b="b"/>
            <a:pathLst>
              <a:path w="26034" h="410209">
                <a:moveTo>
                  <a:pt x="25473" y="409890"/>
                </a:moveTo>
                <a:lnTo>
                  <a:pt x="0" y="409890"/>
                </a:lnTo>
                <a:lnTo>
                  <a:pt x="0" y="0"/>
                </a:lnTo>
                <a:lnTo>
                  <a:pt x="25473" y="0"/>
                </a:lnTo>
                <a:lnTo>
                  <a:pt x="25473" y="409890"/>
                </a:lnTo>
                <a:close/>
              </a:path>
            </a:pathLst>
          </a:custGeom>
          <a:solidFill>
            <a:srgbClr val="EDEB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15544085" y="9330942"/>
            <a:ext cx="26034" cy="422909"/>
          </a:xfrm>
          <a:custGeom>
            <a:avLst/>
            <a:gdLst/>
            <a:ahLst/>
            <a:cxnLst/>
            <a:rect l="l" t="t" r="r" b="b"/>
            <a:pathLst>
              <a:path w="26034" h="422909">
                <a:moveTo>
                  <a:pt x="25473" y="422656"/>
                </a:moveTo>
                <a:lnTo>
                  <a:pt x="0" y="422656"/>
                </a:lnTo>
                <a:lnTo>
                  <a:pt x="0" y="0"/>
                </a:lnTo>
                <a:lnTo>
                  <a:pt x="25473" y="0"/>
                </a:lnTo>
                <a:lnTo>
                  <a:pt x="25473" y="422656"/>
                </a:lnTo>
                <a:close/>
              </a:path>
            </a:pathLst>
          </a:custGeom>
          <a:solidFill>
            <a:srgbClr val="EDEB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 txBox="1"/>
          <p:nvPr/>
        </p:nvSpPr>
        <p:spPr>
          <a:xfrm>
            <a:off x="15531388" y="9332383"/>
            <a:ext cx="134620" cy="454659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800" spc="25">
                <a:solidFill>
                  <a:srgbClr val="CFCCC3"/>
                </a:solidFill>
                <a:latin typeface="Arial"/>
                <a:cs typeface="Arial"/>
              </a:rPr>
              <a:t>I</a:t>
            </a:r>
            <a:endParaRPr sz="2800">
              <a:latin typeface="Arial"/>
              <a:cs typeface="Arial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16159683" y="9402597"/>
            <a:ext cx="125095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solidFill>
                  <a:srgbClr val="333131"/>
                </a:solidFill>
                <a:latin typeface="Times New Roman"/>
                <a:cs typeface="Times New Roman"/>
              </a:rPr>
              <a:t>Is,\</a:t>
            </a:r>
            <a:r>
              <a:rPr dirty="0" sz="1100" spc="185">
                <a:solidFill>
                  <a:srgbClr val="333131"/>
                </a:solidFill>
                <a:latin typeface="Times New Roman"/>
                <a:cs typeface="Times New Roman"/>
              </a:rPr>
              <a:t> </a:t>
            </a:r>
            <a:r>
              <a:rPr dirty="0" sz="1350" spc="-10">
                <a:solidFill>
                  <a:srgbClr val="11110F"/>
                </a:solidFill>
                <a:latin typeface="Arial"/>
                <a:cs typeface="Arial"/>
              </a:rPr>
              <a:t>N</a:t>
            </a:r>
            <a:r>
              <a:rPr dirty="0" sz="1350" spc="-10">
                <a:solidFill>
                  <a:srgbClr val="333131"/>
                </a:solidFill>
                <a:latin typeface="Arial"/>
                <a:cs typeface="Arial"/>
              </a:rPr>
              <a:t>oteoookLM</a:t>
            </a:r>
            <a:endParaRPr sz="1350">
              <a:latin typeface="Arial"/>
              <a:cs typeface="Arial"/>
            </a:endParaRPr>
          </a:p>
        </p:txBody>
      </p:sp>
      <p:sp>
        <p:nvSpPr>
          <p:cNvPr id="82" name="object 82"/>
          <p:cNvSpPr/>
          <p:nvPr/>
        </p:nvSpPr>
        <p:spPr>
          <a:xfrm>
            <a:off x="12520060" y="9582587"/>
            <a:ext cx="1039494" cy="172085"/>
          </a:xfrm>
          <a:custGeom>
            <a:avLst/>
            <a:gdLst/>
            <a:ahLst/>
            <a:cxnLst/>
            <a:rect l="l" t="t" r="r" b="b"/>
            <a:pathLst>
              <a:path w="1039494" h="172084">
                <a:moveTo>
                  <a:pt x="1039466" y="172090"/>
                </a:moveTo>
                <a:lnTo>
                  <a:pt x="0" y="172090"/>
                </a:lnTo>
                <a:lnTo>
                  <a:pt x="0" y="0"/>
                </a:lnTo>
                <a:lnTo>
                  <a:pt x="1039466" y="0"/>
                </a:lnTo>
                <a:lnTo>
                  <a:pt x="1039466" y="172090"/>
                </a:lnTo>
                <a:close/>
              </a:path>
            </a:pathLst>
          </a:custGeom>
          <a:solidFill>
            <a:srgbClr val="D6DA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 txBox="1"/>
          <p:nvPr/>
        </p:nvSpPr>
        <p:spPr>
          <a:xfrm>
            <a:off x="12423576" y="9345149"/>
            <a:ext cx="2603500" cy="454659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2496185" algn="l"/>
              </a:tabLst>
            </a:pPr>
            <a:r>
              <a:rPr dirty="0" sz="2800" spc="-30">
                <a:solidFill>
                  <a:srgbClr val="BFBCB3"/>
                </a:solidFill>
                <a:latin typeface="Arial"/>
                <a:cs typeface="Arial"/>
              </a:rPr>
              <a:t>I</a:t>
            </a:r>
            <a:r>
              <a:rPr dirty="0" sz="950" spc="-30">
                <a:solidFill>
                  <a:srgbClr val="CFCCC3"/>
                </a:solidFill>
                <a:latin typeface="Arial"/>
                <a:cs typeface="Arial"/>
              </a:rPr>
              <a:t>11111</a:t>
            </a:r>
            <a:r>
              <a:rPr dirty="0" sz="950" spc="140">
                <a:solidFill>
                  <a:srgbClr val="CFCCC3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BFBCB3"/>
                </a:solidFill>
                <a:latin typeface="Times New Roman"/>
                <a:cs typeface="Times New Roman"/>
              </a:rPr>
              <a:t>111</a:t>
            </a:r>
            <a:r>
              <a:rPr dirty="0" sz="1000" spc="170">
                <a:solidFill>
                  <a:srgbClr val="BFBCB3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CFCCC3"/>
                </a:solidFill>
                <a:latin typeface="Times New Roman"/>
                <a:cs typeface="Times New Roman"/>
              </a:rPr>
              <a:t>111d11,</a:t>
            </a:r>
            <a:r>
              <a:rPr dirty="0" sz="1000" spc="175">
                <a:solidFill>
                  <a:srgbClr val="CFCCC3"/>
                </a:solidFill>
                <a:latin typeface="Times New Roman"/>
                <a:cs typeface="Times New Roman"/>
              </a:rPr>
              <a:t>  </a:t>
            </a:r>
            <a:r>
              <a:rPr dirty="0" sz="2800" spc="25">
                <a:solidFill>
                  <a:srgbClr val="CFCCC3"/>
                </a:solidFill>
                <a:latin typeface="Arial"/>
                <a:cs typeface="Arial"/>
              </a:rPr>
              <a:t>I</a:t>
            </a:r>
            <a:r>
              <a:rPr dirty="0" sz="2800">
                <a:solidFill>
                  <a:srgbClr val="CFCCC3"/>
                </a:solidFill>
                <a:latin typeface="Arial"/>
                <a:cs typeface="Arial"/>
              </a:rPr>
              <a:t>	</a:t>
            </a:r>
            <a:r>
              <a:rPr dirty="0" sz="2800" spc="-50">
                <a:solidFill>
                  <a:srgbClr val="BFBCB3"/>
                </a:solidFill>
                <a:latin typeface="Arial"/>
                <a:cs typeface="Arial"/>
              </a:rPr>
              <a:t>I</a:t>
            </a:r>
            <a:endParaRPr sz="2800">
              <a:latin typeface="Arial"/>
              <a:cs typeface="Arial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13755541" y="9582587"/>
            <a:ext cx="1144905" cy="172085"/>
          </a:xfrm>
          <a:custGeom>
            <a:avLst/>
            <a:gdLst/>
            <a:ahLst/>
            <a:cxnLst/>
            <a:rect l="l" t="t" r="r" b="b"/>
            <a:pathLst>
              <a:path w="1144905" h="172084">
                <a:moveTo>
                  <a:pt x="1144615" y="172090"/>
                </a:moveTo>
                <a:lnTo>
                  <a:pt x="0" y="172090"/>
                </a:lnTo>
                <a:lnTo>
                  <a:pt x="0" y="0"/>
                </a:lnTo>
                <a:lnTo>
                  <a:pt x="1144615" y="0"/>
                </a:lnTo>
                <a:lnTo>
                  <a:pt x="1144615" y="172090"/>
                </a:lnTo>
                <a:close/>
              </a:path>
            </a:pathLst>
          </a:custGeom>
          <a:solidFill>
            <a:srgbClr val="D6DA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15003760" y="9589223"/>
            <a:ext cx="522605" cy="165735"/>
          </a:xfrm>
          <a:custGeom>
            <a:avLst/>
            <a:gdLst/>
            <a:ahLst/>
            <a:cxnLst/>
            <a:rect l="l" t="t" r="r" b="b"/>
            <a:pathLst>
              <a:path w="522605" h="165734">
                <a:moveTo>
                  <a:pt x="522213" y="165454"/>
                </a:moveTo>
                <a:lnTo>
                  <a:pt x="0" y="165454"/>
                </a:lnTo>
                <a:lnTo>
                  <a:pt x="0" y="0"/>
                </a:lnTo>
                <a:lnTo>
                  <a:pt x="522213" y="0"/>
                </a:lnTo>
                <a:lnTo>
                  <a:pt x="522213" y="165454"/>
                </a:lnTo>
                <a:close/>
              </a:path>
            </a:pathLst>
          </a:custGeom>
          <a:solidFill>
            <a:srgbClr val="D6DA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 txBox="1"/>
          <p:nvPr/>
        </p:nvSpPr>
        <p:spPr>
          <a:xfrm>
            <a:off x="13742835" y="9574940"/>
            <a:ext cx="181991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-35">
                <a:solidFill>
                  <a:srgbClr val="BFBCB3"/>
                </a:solidFill>
                <a:latin typeface="Arial"/>
                <a:cs typeface="Arial"/>
              </a:rPr>
              <a:t>111111111</a:t>
            </a:r>
            <a:r>
              <a:rPr dirty="0" sz="950" spc="190">
                <a:solidFill>
                  <a:srgbClr val="BFBCB3"/>
                </a:solidFill>
                <a:latin typeface="Arial"/>
                <a:cs typeface="Arial"/>
              </a:rPr>
              <a:t> </a:t>
            </a:r>
            <a:r>
              <a:rPr dirty="0" sz="1000" spc="50">
                <a:solidFill>
                  <a:srgbClr val="BFBCB3"/>
                </a:solidFill>
                <a:latin typeface="Times New Roman"/>
                <a:cs typeface="Times New Roman"/>
              </a:rPr>
              <a:t>111d1111</a:t>
            </a:r>
            <a:r>
              <a:rPr dirty="0" sz="1000" spc="210">
                <a:solidFill>
                  <a:srgbClr val="BFBCB3"/>
                </a:solidFill>
                <a:latin typeface="Times New Roman"/>
                <a:cs typeface="Times New Roman"/>
              </a:rPr>
              <a:t> </a:t>
            </a:r>
            <a:r>
              <a:rPr dirty="0" sz="950" spc="-35">
                <a:solidFill>
                  <a:srgbClr val="BFBCB3"/>
                </a:solidFill>
                <a:latin typeface="Arial"/>
                <a:cs typeface="Arial"/>
              </a:rPr>
              <a:t>111111111</a:t>
            </a:r>
            <a:endParaRPr sz="950">
              <a:latin typeface="Arial"/>
              <a:cs typeface="Arial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15630619" y="9615766"/>
            <a:ext cx="26034" cy="130810"/>
          </a:xfrm>
          <a:custGeom>
            <a:avLst/>
            <a:gdLst/>
            <a:ahLst/>
            <a:cxnLst/>
            <a:rect l="l" t="t" r="r" b="b"/>
            <a:pathLst>
              <a:path w="26034" h="130809">
                <a:moveTo>
                  <a:pt x="25473" y="130622"/>
                </a:moveTo>
                <a:lnTo>
                  <a:pt x="0" y="130622"/>
                </a:lnTo>
                <a:lnTo>
                  <a:pt x="0" y="0"/>
                </a:lnTo>
                <a:lnTo>
                  <a:pt x="25473" y="0"/>
                </a:lnTo>
                <a:lnTo>
                  <a:pt x="25473" y="130622"/>
                </a:lnTo>
                <a:close/>
              </a:path>
            </a:pathLst>
          </a:custGeom>
          <a:solidFill>
            <a:srgbClr val="D6DA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15740794" y="9582587"/>
            <a:ext cx="344170" cy="172085"/>
          </a:xfrm>
          <a:custGeom>
            <a:avLst/>
            <a:gdLst/>
            <a:ahLst/>
            <a:cxnLst/>
            <a:rect l="l" t="t" r="r" b="b"/>
            <a:pathLst>
              <a:path w="344169" h="172084">
                <a:moveTo>
                  <a:pt x="343896" y="171856"/>
                </a:moveTo>
                <a:lnTo>
                  <a:pt x="0" y="171856"/>
                </a:lnTo>
                <a:lnTo>
                  <a:pt x="0" y="0"/>
                </a:lnTo>
                <a:lnTo>
                  <a:pt x="343896" y="0"/>
                </a:lnTo>
                <a:lnTo>
                  <a:pt x="343896" y="171856"/>
                </a:lnTo>
                <a:close/>
              </a:path>
            </a:pathLst>
          </a:custGeom>
          <a:solidFill>
            <a:srgbClr val="D6DA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16175556" y="9589223"/>
            <a:ext cx="649605" cy="165735"/>
          </a:xfrm>
          <a:custGeom>
            <a:avLst/>
            <a:gdLst/>
            <a:ahLst/>
            <a:cxnLst/>
            <a:rect l="l" t="t" r="r" b="b"/>
            <a:pathLst>
              <a:path w="649605" h="165734">
                <a:moveTo>
                  <a:pt x="649582" y="165454"/>
                </a:moveTo>
                <a:lnTo>
                  <a:pt x="0" y="165454"/>
                </a:lnTo>
                <a:lnTo>
                  <a:pt x="0" y="0"/>
                </a:lnTo>
                <a:lnTo>
                  <a:pt x="649582" y="0"/>
                </a:lnTo>
                <a:lnTo>
                  <a:pt x="649582" y="165454"/>
                </a:lnTo>
                <a:close/>
              </a:path>
            </a:pathLst>
          </a:custGeom>
          <a:solidFill>
            <a:srgbClr val="D6DA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 txBox="1"/>
          <p:nvPr/>
        </p:nvSpPr>
        <p:spPr>
          <a:xfrm>
            <a:off x="15617913" y="9574940"/>
            <a:ext cx="126301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>
                <a:solidFill>
                  <a:srgbClr val="CFCCC3"/>
                </a:solidFill>
                <a:latin typeface="Arial"/>
                <a:cs typeface="Arial"/>
              </a:rPr>
              <a:t>1</a:t>
            </a:r>
            <a:r>
              <a:rPr dirty="0" sz="750" spc="220">
                <a:solidFill>
                  <a:srgbClr val="CFCCC3"/>
                </a:solidFill>
                <a:latin typeface="Arial"/>
                <a:cs typeface="Arial"/>
              </a:rPr>
              <a:t> </a:t>
            </a:r>
            <a:r>
              <a:rPr dirty="0" sz="1000" spc="235">
                <a:solidFill>
                  <a:srgbClr val="BFBCB3"/>
                </a:solidFill>
                <a:latin typeface="Times New Roman"/>
                <a:cs typeface="Times New Roman"/>
              </a:rPr>
              <a:t>1d1n</a:t>
            </a:r>
            <a:r>
              <a:rPr dirty="0" sz="1000" spc="165">
                <a:solidFill>
                  <a:srgbClr val="BFBCB3"/>
                </a:solidFill>
                <a:latin typeface="Times New Roman"/>
                <a:cs typeface="Times New Roman"/>
              </a:rPr>
              <a:t> </a:t>
            </a:r>
            <a:r>
              <a:rPr dirty="0" sz="950">
                <a:solidFill>
                  <a:srgbClr val="BFBCB3"/>
                </a:solidFill>
                <a:latin typeface="Arial"/>
                <a:cs typeface="Arial"/>
              </a:rPr>
              <a:t>11111</a:t>
            </a:r>
            <a:r>
              <a:rPr dirty="0" sz="950" spc="165">
                <a:solidFill>
                  <a:srgbClr val="BFBCB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BFBCB3"/>
                </a:solidFill>
                <a:latin typeface="Arial"/>
                <a:cs typeface="Arial"/>
              </a:rPr>
              <a:t>1</a:t>
            </a:r>
            <a:r>
              <a:rPr dirty="0" sz="950" spc="85">
                <a:solidFill>
                  <a:srgbClr val="BFBCB3"/>
                </a:solidFill>
                <a:latin typeface="Arial"/>
                <a:cs typeface="Arial"/>
              </a:rPr>
              <a:t> </a:t>
            </a:r>
            <a:r>
              <a:rPr dirty="0" sz="950" spc="-25">
                <a:solidFill>
                  <a:srgbClr val="BFBCB3"/>
                </a:solidFill>
                <a:latin typeface="Arial"/>
                <a:cs typeface="Arial"/>
              </a:rPr>
              <a:t>111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06139" y="204523"/>
            <a:ext cx="1273691" cy="10212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1159" y="1889654"/>
            <a:ext cx="16481577" cy="625541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7581" y="8630179"/>
            <a:ext cx="687793" cy="66383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456100" y="8528050"/>
            <a:ext cx="993479" cy="74043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20848" y="9447212"/>
            <a:ext cx="891584" cy="20425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91053" y="7787611"/>
            <a:ext cx="0" cy="817244"/>
          </a:xfrm>
          <a:custGeom>
            <a:avLst/>
            <a:gdLst/>
            <a:ahLst/>
            <a:cxnLst/>
            <a:rect l="l" t="t" r="r" b="b"/>
            <a:pathLst>
              <a:path w="0" h="817245">
                <a:moveTo>
                  <a:pt x="0" y="817033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43896" y="8145063"/>
            <a:ext cx="0" cy="1251585"/>
          </a:xfrm>
          <a:custGeom>
            <a:avLst/>
            <a:gdLst/>
            <a:ahLst/>
            <a:cxnLst/>
            <a:rect l="l" t="t" r="r" b="b"/>
            <a:pathLst>
              <a:path w="0" h="1251584">
                <a:moveTo>
                  <a:pt x="0" y="1251081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159059" y="8553579"/>
            <a:ext cx="0" cy="842644"/>
          </a:xfrm>
          <a:custGeom>
            <a:avLst/>
            <a:gdLst/>
            <a:ahLst/>
            <a:cxnLst/>
            <a:rect l="l" t="t" r="r" b="b"/>
            <a:pathLst>
              <a:path w="0" h="842645">
                <a:moveTo>
                  <a:pt x="0" y="842565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6354204" y="8553579"/>
            <a:ext cx="0" cy="817244"/>
          </a:xfrm>
          <a:custGeom>
            <a:avLst/>
            <a:gdLst/>
            <a:ahLst/>
            <a:cxnLst/>
            <a:rect l="l" t="t" r="r" b="b"/>
            <a:pathLst>
              <a:path w="0" h="817245">
                <a:moveTo>
                  <a:pt x="0" y="817033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6850945" y="4800334"/>
            <a:ext cx="0" cy="2017395"/>
          </a:xfrm>
          <a:custGeom>
            <a:avLst/>
            <a:gdLst/>
            <a:ahLst/>
            <a:cxnLst/>
            <a:rect l="l" t="t" r="r" b="b"/>
            <a:pathLst>
              <a:path w="0" h="2017395">
                <a:moveTo>
                  <a:pt x="0" y="2017050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7092945" y="255587"/>
            <a:ext cx="0" cy="8272780"/>
          </a:xfrm>
          <a:custGeom>
            <a:avLst/>
            <a:gdLst/>
            <a:ahLst/>
            <a:cxnLst/>
            <a:rect l="l" t="t" r="r" b="b"/>
            <a:pathLst>
              <a:path w="0" h="8272780">
                <a:moveTo>
                  <a:pt x="0" y="8272459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31159" y="8566346"/>
            <a:ext cx="866140" cy="0"/>
          </a:xfrm>
          <a:custGeom>
            <a:avLst/>
            <a:gdLst/>
            <a:ahLst/>
            <a:cxnLst/>
            <a:rect l="l" t="t" r="r" b="b"/>
            <a:pathLst>
              <a:path w="866140" h="0">
                <a:moveTo>
                  <a:pt x="0" y="0"/>
                </a:moveTo>
                <a:lnTo>
                  <a:pt x="866110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1106593" y="9217418"/>
            <a:ext cx="4050665" cy="0"/>
          </a:xfrm>
          <a:custGeom>
            <a:avLst/>
            <a:gdLst/>
            <a:ahLst/>
            <a:cxnLst/>
            <a:rect l="l" t="t" r="r" b="b"/>
            <a:pathLst>
              <a:path w="4050665" h="0">
                <a:moveTo>
                  <a:pt x="0" y="0"/>
                </a:moveTo>
                <a:lnTo>
                  <a:pt x="4050340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585291" y="9217418"/>
            <a:ext cx="1910714" cy="0"/>
          </a:xfrm>
          <a:custGeom>
            <a:avLst/>
            <a:gdLst/>
            <a:ahLst/>
            <a:cxnLst/>
            <a:rect l="l" t="t" r="r" b="b"/>
            <a:pathLst>
              <a:path w="1910714" h="0">
                <a:moveTo>
                  <a:pt x="0" y="0"/>
                </a:moveTo>
                <a:lnTo>
                  <a:pt x="1910537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757694" y="9217418"/>
            <a:ext cx="2726055" cy="0"/>
          </a:xfrm>
          <a:custGeom>
            <a:avLst/>
            <a:gdLst/>
            <a:ahLst/>
            <a:cxnLst/>
            <a:rect l="l" t="t" r="r" b="b"/>
            <a:pathLst>
              <a:path w="2726054" h="0">
                <a:moveTo>
                  <a:pt x="0" y="0"/>
                </a:moveTo>
                <a:lnTo>
                  <a:pt x="2725700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05686" y="9357846"/>
            <a:ext cx="15819755" cy="0"/>
          </a:xfrm>
          <a:custGeom>
            <a:avLst/>
            <a:gdLst/>
            <a:ahLst/>
            <a:cxnLst/>
            <a:rect l="l" t="t" r="r" b="b"/>
            <a:pathLst>
              <a:path w="15819755" h="0">
                <a:moveTo>
                  <a:pt x="0" y="0"/>
                </a:moveTo>
                <a:lnTo>
                  <a:pt x="15819253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8419103" y="3523719"/>
            <a:ext cx="127635" cy="472440"/>
          </a:xfrm>
          <a:custGeom>
            <a:avLst/>
            <a:gdLst/>
            <a:ahLst/>
            <a:cxnLst/>
            <a:rect l="l" t="t" r="r" b="b"/>
            <a:pathLst>
              <a:path w="127634" h="472439">
                <a:moveTo>
                  <a:pt x="0" y="0"/>
                </a:moveTo>
                <a:lnTo>
                  <a:pt x="127369" y="0"/>
                </a:lnTo>
                <a:lnTo>
                  <a:pt x="127369" y="472347"/>
                </a:lnTo>
                <a:lnTo>
                  <a:pt x="0" y="47234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133585" y="4813100"/>
            <a:ext cx="10635615" cy="0"/>
          </a:xfrm>
          <a:custGeom>
            <a:avLst/>
            <a:gdLst/>
            <a:ahLst/>
            <a:cxnLst/>
            <a:rect l="l" t="t" r="r" b="b"/>
            <a:pathLst>
              <a:path w="10635615" h="0">
                <a:moveTo>
                  <a:pt x="0" y="0"/>
                </a:moveTo>
                <a:lnTo>
                  <a:pt x="10635327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446264" y="0"/>
            <a:ext cx="840740" cy="542290"/>
          </a:xfrm>
          <a:custGeom>
            <a:avLst/>
            <a:gdLst/>
            <a:ahLst/>
            <a:cxnLst/>
            <a:rect l="l" t="t" r="r" b="b"/>
            <a:pathLst>
              <a:path w="840740" h="542290">
                <a:moveTo>
                  <a:pt x="840636" y="542180"/>
                </a:moveTo>
                <a:lnTo>
                  <a:pt x="0" y="542180"/>
                </a:lnTo>
                <a:lnTo>
                  <a:pt x="0" y="0"/>
                </a:lnTo>
                <a:lnTo>
                  <a:pt x="840636" y="0"/>
                </a:lnTo>
                <a:lnTo>
                  <a:pt x="840636" y="542180"/>
                </a:lnTo>
                <a:close/>
              </a:path>
            </a:pathLst>
          </a:custGeom>
          <a:solidFill>
            <a:srgbClr val="F6F6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8728457" y="0"/>
            <a:ext cx="76835" cy="542290"/>
          </a:xfrm>
          <a:custGeom>
            <a:avLst/>
            <a:gdLst/>
            <a:ahLst/>
            <a:cxnLst/>
            <a:rect l="l" t="t" r="r" b="b"/>
            <a:pathLst>
              <a:path w="76834" h="542290">
                <a:moveTo>
                  <a:pt x="76421" y="542180"/>
                </a:moveTo>
                <a:lnTo>
                  <a:pt x="0" y="542180"/>
                </a:lnTo>
                <a:lnTo>
                  <a:pt x="0" y="0"/>
                </a:lnTo>
                <a:lnTo>
                  <a:pt x="76421" y="0"/>
                </a:lnTo>
                <a:lnTo>
                  <a:pt x="76421" y="542180"/>
                </a:lnTo>
                <a:close/>
              </a:path>
            </a:pathLst>
          </a:custGeom>
          <a:solidFill>
            <a:srgbClr val="F6F6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9331328" y="0"/>
            <a:ext cx="815340" cy="542290"/>
          </a:xfrm>
          <a:custGeom>
            <a:avLst/>
            <a:gdLst/>
            <a:ahLst/>
            <a:cxnLst/>
            <a:rect l="l" t="t" r="r" b="b"/>
            <a:pathLst>
              <a:path w="815340" h="542290">
                <a:moveTo>
                  <a:pt x="815162" y="542180"/>
                </a:moveTo>
                <a:lnTo>
                  <a:pt x="0" y="542180"/>
                </a:lnTo>
                <a:lnTo>
                  <a:pt x="0" y="0"/>
                </a:lnTo>
                <a:lnTo>
                  <a:pt x="815162" y="0"/>
                </a:lnTo>
                <a:lnTo>
                  <a:pt x="815162" y="542180"/>
                </a:lnTo>
                <a:close/>
              </a:path>
            </a:pathLst>
          </a:custGeom>
          <a:solidFill>
            <a:srgbClr val="F6F6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7433564" y="-223076"/>
            <a:ext cx="2764155" cy="7073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294765" algn="l"/>
                <a:tab pos="1897380" algn="l"/>
              </a:tabLst>
            </a:pPr>
            <a:r>
              <a:rPr dirty="0" sz="4450" spc="-65">
                <a:solidFill>
                  <a:srgbClr val="C8C6BC"/>
                </a:solidFill>
                <a:latin typeface="Arial"/>
                <a:cs typeface="Arial"/>
              </a:rPr>
              <a:t>-</a:t>
            </a:r>
            <a:r>
              <a:rPr dirty="0" sz="4450" spc="-50">
                <a:solidFill>
                  <a:srgbClr val="C8C6BC"/>
                </a:solidFill>
                <a:latin typeface="Arial"/>
                <a:cs typeface="Arial"/>
              </a:rPr>
              <a:t>-</a:t>
            </a:r>
            <a:r>
              <a:rPr dirty="0" sz="4450">
                <a:solidFill>
                  <a:srgbClr val="C8C6BC"/>
                </a:solidFill>
                <a:latin typeface="Arial"/>
                <a:cs typeface="Arial"/>
              </a:rPr>
              <a:t>	</a:t>
            </a:r>
            <a:r>
              <a:rPr dirty="0" sz="4450" spc="-545">
                <a:solidFill>
                  <a:srgbClr val="C8C6BC"/>
                </a:solidFill>
                <a:latin typeface="Arial"/>
                <a:cs typeface="Arial"/>
              </a:rPr>
              <a:t>t</a:t>
            </a:r>
            <a:r>
              <a:rPr dirty="0" sz="4450">
                <a:solidFill>
                  <a:srgbClr val="C8C6BC"/>
                </a:solidFill>
                <a:latin typeface="Arial"/>
                <a:cs typeface="Arial"/>
              </a:rPr>
              <a:t>	</a:t>
            </a:r>
            <a:r>
              <a:rPr dirty="0" sz="4450" spc="175">
                <a:solidFill>
                  <a:srgbClr val="C8C6BC"/>
                </a:solidFill>
                <a:latin typeface="Arial"/>
                <a:cs typeface="Arial"/>
              </a:rPr>
              <a:t>---</a:t>
            </a:r>
            <a:r>
              <a:rPr dirty="0" sz="4450" spc="125">
                <a:solidFill>
                  <a:srgbClr val="C8C6BC"/>
                </a:solidFill>
                <a:latin typeface="Arial"/>
                <a:cs typeface="Arial"/>
              </a:rPr>
              <a:t>-</a:t>
            </a:r>
            <a:endParaRPr sz="44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414995" y="498210"/>
            <a:ext cx="12607925" cy="10521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350" spc="180" b="1">
                <a:solidFill>
                  <a:srgbClr val="181A16"/>
                </a:solidFill>
                <a:latin typeface="Arial"/>
                <a:cs typeface="Arial"/>
              </a:rPr>
              <a:t>The</a:t>
            </a:r>
            <a:r>
              <a:rPr dirty="0" sz="6350" spc="-204" b="1">
                <a:solidFill>
                  <a:srgbClr val="181A16"/>
                </a:solidFill>
                <a:latin typeface="Arial"/>
                <a:cs typeface="Arial"/>
              </a:rPr>
              <a:t> </a:t>
            </a:r>
            <a:r>
              <a:rPr dirty="0" sz="6350" spc="180" b="1">
                <a:solidFill>
                  <a:srgbClr val="181A16"/>
                </a:solidFill>
                <a:latin typeface="Arial"/>
                <a:cs typeface="Arial"/>
              </a:rPr>
              <a:t>Time</a:t>
            </a:r>
            <a:r>
              <a:rPr dirty="0" sz="6350" spc="-320" b="1">
                <a:solidFill>
                  <a:srgbClr val="181A16"/>
                </a:solidFill>
                <a:latin typeface="Arial"/>
                <a:cs typeface="Arial"/>
              </a:rPr>
              <a:t> </a:t>
            </a:r>
            <a:r>
              <a:rPr dirty="0" sz="6350" spc="130" b="1">
                <a:solidFill>
                  <a:srgbClr val="181A16"/>
                </a:solidFill>
                <a:latin typeface="Arial"/>
                <a:cs typeface="Arial"/>
              </a:rPr>
              <a:t>Machine:</a:t>
            </a:r>
            <a:r>
              <a:rPr dirty="0" sz="6350" spc="-20" b="1">
                <a:solidFill>
                  <a:srgbClr val="181A16"/>
                </a:solidFill>
                <a:latin typeface="Arial"/>
                <a:cs typeface="Arial"/>
              </a:rPr>
              <a:t> </a:t>
            </a:r>
            <a:r>
              <a:rPr dirty="0" sz="6350" spc="110" b="1">
                <a:solidFill>
                  <a:srgbClr val="181A16"/>
                </a:solidFill>
                <a:latin typeface="Arial"/>
                <a:cs typeface="Arial"/>
              </a:rPr>
              <a:t>Git</a:t>
            </a:r>
            <a:r>
              <a:rPr dirty="0" sz="6350" spc="-280" b="1">
                <a:solidFill>
                  <a:srgbClr val="181A16"/>
                </a:solidFill>
                <a:latin typeface="Arial"/>
                <a:cs typeface="Arial"/>
              </a:rPr>
              <a:t> </a:t>
            </a:r>
            <a:r>
              <a:rPr dirty="0" sz="6700" spc="-1005" b="1">
                <a:solidFill>
                  <a:srgbClr val="181A16"/>
                </a:solidFill>
                <a:latin typeface="Times New Roman"/>
                <a:cs typeface="Times New Roman"/>
              </a:rPr>
              <a:t>&amp;</a:t>
            </a:r>
            <a:r>
              <a:rPr dirty="0" sz="6700" spc="-375" b="1">
                <a:solidFill>
                  <a:srgbClr val="181A16"/>
                </a:solidFill>
                <a:latin typeface="Times New Roman"/>
                <a:cs typeface="Times New Roman"/>
              </a:rPr>
              <a:t> </a:t>
            </a:r>
            <a:r>
              <a:rPr dirty="0" sz="6350" spc="50" b="1">
                <a:solidFill>
                  <a:srgbClr val="181A16"/>
                </a:solidFill>
                <a:latin typeface="Arial"/>
                <a:cs typeface="Arial"/>
              </a:rPr>
              <a:t>GitHub</a:t>
            </a:r>
            <a:endParaRPr sz="635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1021880" y="40726"/>
            <a:ext cx="76835" cy="361315"/>
          </a:xfrm>
          <a:custGeom>
            <a:avLst/>
            <a:gdLst/>
            <a:ahLst/>
            <a:cxnLst/>
            <a:rect l="l" t="t" r="r" b="b"/>
            <a:pathLst>
              <a:path w="76834" h="361315">
                <a:moveTo>
                  <a:pt x="76421" y="360899"/>
                </a:moveTo>
                <a:lnTo>
                  <a:pt x="0" y="360899"/>
                </a:lnTo>
                <a:lnTo>
                  <a:pt x="0" y="0"/>
                </a:lnTo>
                <a:lnTo>
                  <a:pt x="76421" y="0"/>
                </a:lnTo>
                <a:lnTo>
                  <a:pt x="76421" y="360899"/>
                </a:lnTo>
                <a:close/>
              </a:path>
            </a:pathLst>
          </a:custGeom>
          <a:solidFill>
            <a:srgbClr val="F6F6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1375839" y="40726"/>
            <a:ext cx="76835" cy="361315"/>
          </a:xfrm>
          <a:custGeom>
            <a:avLst/>
            <a:gdLst/>
            <a:ahLst/>
            <a:cxnLst/>
            <a:rect l="l" t="t" r="r" b="b"/>
            <a:pathLst>
              <a:path w="76834" h="361315">
                <a:moveTo>
                  <a:pt x="76421" y="360899"/>
                </a:moveTo>
                <a:lnTo>
                  <a:pt x="0" y="360899"/>
                </a:lnTo>
                <a:lnTo>
                  <a:pt x="0" y="0"/>
                </a:lnTo>
                <a:lnTo>
                  <a:pt x="76421" y="0"/>
                </a:lnTo>
                <a:lnTo>
                  <a:pt x="76421" y="360899"/>
                </a:lnTo>
                <a:close/>
              </a:path>
            </a:pathLst>
          </a:custGeom>
          <a:solidFill>
            <a:srgbClr val="F6F6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11009180" y="38630"/>
            <a:ext cx="470534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366395" algn="l"/>
              </a:tabLst>
            </a:pPr>
            <a:r>
              <a:rPr dirty="0" sz="2100" spc="-50">
                <a:solidFill>
                  <a:srgbClr val="C8C6BC"/>
                </a:solidFill>
                <a:latin typeface="Times New Roman"/>
                <a:cs typeface="Times New Roman"/>
              </a:rPr>
              <a:t>l</a:t>
            </a:r>
            <a:r>
              <a:rPr dirty="0" sz="2100">
                <a:solidFill>
                  <a:srgbClr val="C8C6BC"/>
                </a:solidFill>
                <a:latin typeface="Times New Roman"/>
                <a:cs typeface="Times New Roman"/>
              </a:rPr>
              <a:t>	</a:t>
            </a:r>
            <a:r>
              <a:rPr dirty="0" sz="2100" spc="-50">
                <a:solidFill>
                  <a:srgbClr val="C8C6BC"/>
                </a:solidFill>
                <a:latin typeface="Times New Roman"/>
                <a:cs typeface="Times New Roman"/>
              </a:rPr>
              <a:t>-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961738" y="40726"/>
            <a:ext cx="127635" cy="361315"/>
          </a:xfrm>
          <a:prstGeom prst="rect">
            <a:avLst/>
          </a:prstGeom>
          <a:solidFill>
            <a:srgbClr val="F6F6ED"/>
          </a:solidFill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100" spc="-50">
                <a:solidFill>
                  <a:srgbClr val="C8C6BC"/>
                </a:solidFill>
                <a:latin typeface="Times New Roman"/>
                <a:cs typeface="Times New Roman"/>
              </a:rPr>
              <a:t>-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2343844" y="40726"/>
            <a:ext cx="280670" cy="361315"/>
          </a:xfrm>
          <a:prstGeom prst="rect">
            <a:avLst/>
          </a:prstGeom>
          <a:solidFill>
            <a:srgbClr val="F6F6ED"/>
          </a:solidFill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100" spc="-50">
                <a:solidFill>
                  <a:srgbClr val="C8C6BC"/>
                </a:solidFill>
                <a:latin typeface="Times New Roman"/>
                <a:cs typeface="Times New Roman"/>
              </a:rPr>
              <a:t>-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0194225" y="1710994"/>
            <a:ext cx="330835" cy="6540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100" spc="60">
                <a:solidFill>
                  <a:srgbClr val="3F5B6E"/>
                </a:solidFill>
                <a:latin typeface="Arial"/>
                <a:cs typeface="Arial"/>
              </a:rPr>
              <a:t>7</a:t>
            </a:r>
            <a:endParaRPr sz="41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758887" y="1298545"/>
            <a:ext cx="1754505" cy="2208530"/>
          </a:xfrm>
          <a:prstGeom prst="rect">
            <a:avLst/>
          </a:prstGeom>
        </p:spPr>
        <p:txBody>
          <a:bodyPr wrap="square" lIns="0" tIns="167005" rIns="0" bIns="0" rtlCol="0" vert="horz">
            <a:spAutoFit/>
          </a:bodyPr>
          <a:lstStyle/>
          <a:p>
            <a:pPr algn="ctr" marL="1449070">
              <a:lnSpc>
                <a:spcPct val="100000"/>
              </a:lnSpc>
              <a:spcBef>
                <a:spcPts val="1315"/>
              </a:spcBef>
            </a:pPr>
            <a:r>
              <a:rPr dirty="0" sz="6150" spc="90">
                <a:solidFill>
                  <a:srgbClr val="3F5B6E"/>
                </a:solidFill>
                <a:latin typeface="Times New Roman"/>
                <a:cs typeface="Times New Roman"/>
              </a:rPr>
              <a:t>r</a:t>
            </a:r>
            <a:endParaRPr sz="6150">
              <a:latin typeface="Times New Roman"/>
              <a:cs typeface="Times New Roman"/>
            </a:endParaRPr>
          </a:p>
          <a:p>
            <a:pPr marL="137795">
              <a:lnSpc>
                <a:spcPts val="4160"/>
              </a:lnSpc>
              <a:spcBef>
                <a:spcPts val="750"/>
              </a:spcBef>
            </a:pPr>
            <a:r>
              <a:rPr dirty="0" sz="3750" spc="-10" b="1">
                <a:solidFill>
                  <a:srgbClr val="184B7C"/>
                </a:solidFill>
                <a:latin typeface="Times New Roman"/>
                <a:cs typeface="Times New Roman"/>
              </a:rPr>
              <a:t>GitHub</a:t>
            </a:r>
            <a:endParaRPr sz="3750">
              <a:latin typeface="Times New Roman"/>
              <a:cs typeface="Times New Roman"/>
            </a:endParaRPr>
          </a:p>
          <a:p>
            <a:pPr marL="12700">
              <a:lnSpc>
                <a:spcPts val="3679"/>
              </a:lnSpc>
            </a:pPr>
            <a:r>
              <a:rPr dirty="0" sz="3350" spc="65">
                <a:solidFill>
                  <a:srgbClr val="184B7C"/>
                </a:solidFill>
                <a:latin typeface="Times New Roman"/>
                <a:cs typeface="Times New Roman"/>
              </a:rPr>
              <a:t>(Remote)</a:t>
            </a:r>
            <a:endParaRPr sz="33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103690" y="4117412"/>
            <a:ext cx="2075180" cy="6000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750" spc="-30" b="1">
                <a:solidFill>
                  <a:srgbClr val="696B69"/>
                </a:solidFill>
                <a:latin typeface="Times New Roman"/>
                <a:cs typeface="Times New Roman"/>
              </a:rPr>
              <a:t>The</a:t>
            </a:r>
            <a:r>
              <a:rPr dirty="0" sz="3750" spc="-220" b="1">
                <a:solidFill>
                  <a:srgbClr val="696B69"/>
                </a:solidFill>
                <a:latin typeface="Times New Roman"/>
                <a:cs typeface="Times New Roman"/>
              </a:rPr>
              <a:t> </a:t>
            </a:r>
            <a:r>
              <a:rPr dirty="0" sz="3750" spc="-105" b="1">
                <a:solidFill>
                  <a:srgbClr val="696B69"/>
                </a:solidFill>
                <a:latin typeface="Times New Roman"/>
                <a:cs typeface="Times New Roman"/>
              </a:rPr>
              <a:t>Cloud</a:t>
            </a:r>
            <a:endParaRPr sz="37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111333" y="4832316"/>
            <a:ext cx="1992630" cy="6000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750" spc="-25" b="1">
                <a:solidFill>
                  <a:srgbClr val="696B69"/>
                </a:solidFill>
                <a:latin typeface="Times New Roman"/>
                <a:cs typeface="Times New Roman"/>
              </a:rPr>
              <a:t>Lott</a:t>
            </a:r>
            <a:r>
              <a:rPr dirty="0" sz="3750" spc="-215" b="1">
                <a:solidFill>
                  <a:srgbClr val="696B69"/>
                </a:solidFill>
                <a:latin typeface="Times New Roman"/>
                <a:cs typeface="Times New Roman"/>
              </a:rPr>
              <a:t> </a:t>
            </a:r>
            <a:r>
              <a:rPr dirty="0" sz="3750" spc="-20" b="1">
                <a:solidFill>
                  <a:srgbClr val="696B69"/>
                </a:solidFill>
                <a:latin typeface="Times New Roman"/>
                <a:cs typeface="Times New Roman"/>
              </a:rPr>
              <a:t>layer</a:t>
            </a:r>
            <a:endParaRPr sz="37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283450" y="4985510"/>
            <a:ext cx="2265680" cy="9486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 marL="43180">
              <a:lnSpc>
                <a:spcPts val="4135"/>
              </a:lnSpc>
              <a:spcBef>
                <a:spcPts val="120"/>
              </a:spcBef>
            </a:pPr>
            <a:r>
              <a:rPr dirty="0" sz="3750" spc="-20" b="1">
                <a:solidFill>
                  <a:srgbClr val="BC5426"/>
                </a:solidFill>
                <a:latin typeface="Times New Roman"/>
                <a:cs typeface="Times New Roman"/>
              </a:rPr>
              <a:t>Push</a:t>
            </a:r>
            <a:endParaRPr sz="3750">
              <a:latin typeface="Times New Roman"/>
              <a:cs typeface="Times New Roman"/>
            </a:endParaRPr>
          </a:p>
          <a:p>
            <a:pPr algn="ctr">
              <a:lnSpc>
                <a:spcPts val="3115"/>
              </a:lnSpc>
            </a:pPr>
            <a:r>
              <a:rPr dirty="0" sz="2900" spc="-10">
                <a:solidFill>
                  <a:srgbClr val="A7603F"/>
                </a:solidFill>
                <a:latin typeface="Times New Roman"/>
                <a:cs typeface="Times New Roman"/>
              </a:rPr>
              <a:t>(Sync/Upload)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766846" y="4985510"/>
            <a:ext cx="1864360" cy="9486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 marR="7620">
              <a:lnSpc>
                <a:spcPts val="4135"/>
              </a:lnSpc>
              <a:spcBef>
                <a:spcPts val="120"/>
              </a:spcBef>
            </a:pPr>
            <a:r>
              <a:rPr dirty="0" sz="3750" spc="-10" b="1">
                <a:solidFill>
                  <a:srgbClr val="BC5426"/>
                </a:solidFill>
                <a:latin typeface="Times New Roman"/>
                <a:cs typeface="Times New Roman"/>
              </a:rPr>
              <a:t>Clone</a:t>
            </a:r>
            <a:endParaRPr sz="3750">
              <a:latin typeface="Times New Roman"/>
              <a:cs typeface="Times New Roman"/>
            </a:endParaRPr>
          </a:p>
          <a:p>
            <a:pPr algn="ctr">
              <a:lnSpc>
                <a:spcPts val="3115"/>
              </a:lnSpc>
            </a:pPr>
            <a:r>
              <a:rPr dirty="0" sz="2900" spc="-10">
                <a:solidFill>
                  <a:srgbClr val="A7603F"/>
                </a:solidFill>
                <a:latin typeface="Times New Roman"/>
                <a:cs typeface="Times New Roman"/>
              </a:rPr>
              <a:t>(Download)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1895873" y="1947168"/>
            <a:ext cx="4235450" cy="4445635"/>
          </a:xfrm>
          <a:prstGeom prst="rect">
            <a:avLst/>
          </a:prstGeom>
        </p:spPr>
        <p:txBody>
          <a:bodyPr wrap="square" lIns="0" tIns="84455" rIns="0" bIns="0" rtlCol="0" vert="horz">
            <a:spAutoFit/>
          </a:bodyPr>
          <a:lstStyle/>
          <a:p>
            <a:pPr marL="316230" marR="372110" indent="-301625">
              <a:lnSpc>
                <a:spcPct val="86300"/>
              </a:lnSpc>
              <a:spcBef>
                <a:spcPts val="665"/>
              </a:spcBef>
              <a:buFont typeface="Times New Roman"/>
              <a:buChar char="•"/>
              <a:tabLst>
                <a:tab pos="316230" algn="l"/>
                <a:tab pos="325755" algn="l"/>
              </a:tabLst>
            </a:pPr>
            <a:r>
              <a:rPr dirty="0" sz="3350">
                <a:solidFill>
                  <a:srgbClr val="030303"/>
                </a:solidFill>
                <a:latin typeface="Times New Roman"/>
                <a:cs typeface="Times New Roman"/>
              </a:rPr>
              <a:t>	</a:t>
            </a:r>
            <a:r>
              <a:rPr dirty="0" sz="3350" spc="100" b="1">
                <a:solidFill>
                  <a:srgbClr val="030303"/>
                </a:solidFill>
                <a:latin typeface="Times New Roman"/>
                <a:cs typeface="Times New Roman"/>
              </a:rPr>
              <a:t>Git:</a:t>
            </a:r>
            <a:r>
              <a:rPr dirty="0" sz="3350" spc="-375" b="1">
                <a:solidFill>
                  <a:srgbClr val="030303"/>
                </a:solidFill>
                <a:latin typeface="Times New Roman"/>
                <a:cs typeface="Times New Roman"/>
              </a:rPr>
              <a:t> </a:t>
            </a:r>
            <a:r>
              <a:rPr dirty="0" sz="3350" spc="100">
                <a:solidFill>
                  <a:srgbClr val="030303"/>
                </a:solidFill>
                <a:latin typeface="Times New Roman"/>
                <a:cs typeface="Times New Roman"/>
              </a:rPr>
              <a:t>The</a:t>
            </a:r>
            <a:r>
              <a:rPr dirty="0" sz="3350" spc="-185">
                <a:solidFill>
                  <a:srgbClr val="030303"/>
                </a:solidFill>
                <a:latin typeface="Times New Roman"/>
                <a:cs typeface="Times New Roman"/>
              </a:rPr>
              <a:t> </a:t>
            </a:r>
            <a:r>
              <a:rPr dirty="0" sz="3350" spc="100">
                <a:solidFill>
                  <a:srgbClr val="030303"/>
                </a:solidFill>
                <a:latin typeface="Times New Roman"/>
                <a:cs typeface="Times New Roman"/>
              </a:rPr>
              <a:t>tool</a:t>
            </a:r>
            <a:r>
              <a:rPr dirty="0" sz="3350" spc="-150">
                <a:solidFill>
                  <a:srgbClr val="030303"/>
                </a:solidFill>
                <a:latin typeface="Times New Roman"/>
                <a:cs typeface="Times New Roman"/>
              </a:rPr>
              <a:t> </a:t>
            </a:r>
            <a:r>
              <a:rPr dirty="0" sz="3350" spc="175">
                <a:solidFill>
                  <a:srgbClr val="030303"/>
                </a:solidFill>
                <a:latin typeface="Times New Roman"/>
                <a:cs typeface="Times New Roman"/>
              </a:rPr>
              <a:t>that </a:t>
            </a:r>
            <a:r>
              <a:rPr dirty="0" sz="3350" spc="125">
                <a:solidFill>
                  <a:srgbClr val="030303"/>
                </a:solidFill>
                <a:latin typeface="Times New Roman"/>
                <a:cs typeface="Times New Roman"/>
              </a:rPr>
              <a:t>tracks</a:t>
            </a:r>
            <a:r>
              <a:rPr dirty="0" sz="3350" spc="-195">
                <a:solidFill>
                  <a:srgbClr val="030303"/>
                </a:solidFill>
                <a:latin typeface="Times New Roman"/>
                <a:cs typeface="Times New Roman"/>
              </a:rPr>
              <a:t> </a:t>
            </a:r>
            <a:r>
              <a:rPr dirty="0" sz="3350" spc="130">
                <a:solidFill>
                  <a:srgbClr val="030303"/>
                </a:solidFill>
                <a:latin typeface="Times New Roman"/>
                <a:cs typeface="Times New Roman"/>
              </a:rPr>
              <a:t>changes</a:t>
            </a:r>
            <a:r>
              <a:rPr dirty="0" sz="3350" spc="-170">
                <a:solidFill>
                  <a:srgbClr val="030303"/>
                </a:solidFill>
                <a:latin typeface="Times New Roman"/>
                <a:cs typeface="Times New Roman"/>
              </a:rPr>
              <a:t> </a:t>
            </a:r>
            <a:r>
              <a:rPr dirty="0" sz="3350" spc="135">
                <a:solidFill>
                  <a:srgbClr val="030303"/>
                </a:solidFill>
                <a:latin typeface="Times New Roman"/>
                <a:cs typeface="Times New Roman"/>
              </a:rPr>
              <a:t>and </a:t>
            </a:r>
            <a:r>
              <a:rPr dirty="0" sz="3350" spc="140">
                <a:solidFill>
                  <a:srgbClr val="030303"/>
                </a:solidFill>
                <a:latin typeface="Times New Roman"/>
                <a:cs typeface="Times New Roman"/>
              </a:rPr>
              <a:t>creates</a:t>
            </a:r>
            <a:r>
              <a:rPr dirty="0" sz="3350" spc="-195">
                <a:solidFill>
                  <a:srgbClr val="030303"/>
                </a:solidFill>
                <a:latin typeface="Times New Roman"/>
                <a:cs typeface="Times New Roman"/>
              </a:rPr>
              <a:t> </a:t>
            </a:r>
            <a:r>
              <a:rPr dirty="0" sz="3350" spc="100">
                <a:solidFill>
                  <a:srgbClr val="181A16"/>
                </a:solidFill>
                <a:latin typeface="Times New Roman"/>
                <a:cs typeface="Times New Roman"/>
              </a:rPr>
              <a:t>save</a:t>
            </a:r>
            <a:r>
              <a:rPr dirty="0" sz="3350" spc="-114">
                <a:solidFill>
                  <a:srgbClr val="181A16"/>
                </a:solidFill>
                <a:latin typeface="Times New Roman"/>
                <a:cs typeface="Times New Roman"/>
              </a:rPr>
              <a:t> </a:t>
            </a:r>
            <a:r>
              <a:rPr dirty="0" sz="3350" spc="90">
                <a:solidFill>
                  <a:srgbClr val="030303"/>
                </a:solidFill>
                <a:latin typeface="Times New Roman"/>
                <a:cs typeface="Times New Roman"/>
              </a:rPr>
              <a:t>points.</a:t>
            </a:r>
            <a:endParaRPr sz="3350">
              <a:latin typeface="Times New Roman"/>
              <a:cs typeface="Times New Roman"/>
            </a:endParaRPr>
          </a:p>
          <a:p>
            <a:pPr marL="316230" marR="5080" indent="-301625">
              <a:lnSpc>
                <a:spcPct val="86700"/>
              </a:lnSpc>
              <a:spcBef>
                <a:spcPts val="1440"/>
              </a:spcBef>
              <a:buFont typeface="Times New Roman"/>
              <a:buChar char="•"/>
              <a:tabLst>
                <a:tab pos="316230" algn="l"/>
                <a:tab pos="325755" algn="l"/>
              </a:tabLst>
            </a:pPr>
            <a:r>
              <a:rPr dirty="0" sz="3350">
                <a:solidFill>
                  <a:srgbClr val="030303"/>
                </a:solidFill>
                <a:latin typeface="Times New Roman"/>
                <a:cs typeface="Times New Roman"/>
              </a:rPr>
              <a:t>	</a:t>
            </a:r>
            <a:r>
              <a:rPr dirty="0" sz="3350" spc="-114" b="1">
                <a:solidFill>
                  <a:srgbClr val="030303"/>
                </a:solidFill>
                <a:latin typeface="Times New Roman"/>
                <a:cs typeface="Times New Roman"/>
              </a:rPr>
              <a:t>GitHub:</a:t>
            </a:r>
            <a:r>
              <a:rPr dirty="0" sz="3350" spc="-229" b="1">
                <a:solidFill>
                  <a:srgbClr val="030303"/>
                </a:solidFill>
                <a:latin typeface="Times New Roman"/>
                <a:cs typeface="Times New Roman"/>
              </a:rPr>
              <a:t> </a:t>
            </a:r>
            <a:r>
              <a:rPr dirty="0" sz="3350" spc="135">
                <a:solidFill>
                  <a:srgbClr val="030303"/>
                </a:solidFill>
                <a:latin typeface="Times New Roman"/>
                <a:cs typeface="Times New Roman"/>
              </a:rPr>
              <a:t>The</a:t>
            </a:r>
            <a:r>
              <a:rPr dirty="0" sz="3350" spc="-215">
                <a:solidFill>
                  <a:srgbClr val="030303"/>
                </a:solidFill>
                <a:latin typeface="Times New Roman"/>
                <a:cs typeface="Times New Roman"/>
              </a:rPr>
              <a:t> </a:t>
            </a:r>
            <a:r>
              <a:rPr dirty="0" sz="3350" spc="100">
                <a:solidFill>
                  <a:srgbClr val="030303"/>
                </a:solidFill>
                <a:latin typeface="Times New Roman"/>
                <a:cs typeface="Times New Roman"/>
              </a:rPr>
              <a:t>platform </a:t>
            </a:r>
            <a:r>
              <a:rPr dirty="0" sz="3350" spc="195">
                <a:solidFill>
                  <a:srgbClr val="030303"/>
                </a:solidFill>
                <a:latin typeface="Times New Roman"/>
                <a:cs typeface="Times New Roman"/>
              </a:rPr>
              <a:t>that</a:t>
            </a:r>
            <a:r>
              <a:rPr dirty="0" sz="3350" spc="-40">
                <a:solidFill>
                  <a:srgbClr val="030303"/>
                </a:solidFill>
                <a:latin typeface="Times New Roman"/>
                <a:cs typeface="Times New Roman"/>
              </a:rPr>
              <a:t> </a:t>
            </a:r>
            <a:r>
              <a:rPr dirty="0" sz="3350" spc="145">
                <a:solidFill>
                  <a:srgbClr val="030303"/>
                </a:solidFill>
                <a:latin typeface="Times New Roman"/>
                <a:cs typeface="Times New Roman"/>
              </a:rPr>
              <a:t>hosts</a:t>
            </a:r>
            <a:r>
              <a:rPr dirty="0" sz="3350" spc="-80">
                <a:solidFill>
                  <a:srgbClr val="030303"/>
                </a:solidFill>
                <a:latin typeface="Times New Roman"/>
                <a:cs typeface="Times New Roman"/>
              </a:rPr>
              <a:t> </a:t>
            </a:r>
            <a:r>
              <a:rPr dirty="0" sz="3350" spc="145">
                <a:solidFill>
                  <a:srgbClr val="030303"/>
                </a:solidFill>
                <a:latin typeface="Times New Roman"/>
                <a:cs typeface="Times New Roman"/>
              </a:rPr>
              <a:t>the</a:t>
            </a:r>
            <a:r>
              <a:rPr dirty="0" sz="3350" spc="-125">
                <a:solidFill>
                  <a:srgbClr val="030303"/>
                </a:solidFill>
                <a:latin typeface="Times New Roman"/>
                <a:cs typeface="Times New Roman"/>
              </a:rPr>
              <a:t> </a:t>
            </a:r>
            <a:r>
              <a:rPr dirty="0" sz="3350" spc="85">
                <a:solidFill>
                  <a:srgbClr val="030303"/>
                </a:solidFill>
                <a:latin typeface="Times New Roman"/>
                <a:cs typeface="Times New Roman"/>
              </a:rPr>
              <a:t>backup </a:t>
            </a:r>
            <a:r>
              <a:rPr dirty="0" sz="3350" spc="160">
                <a:solidFill>
                  <a:srgbClr val="030303"/>
                </a:solidFill>
                <a:latin typeface="Times New Roman"/>
                <a:cs typeface="Times New Roman"/>
              </a:rPr>
              <a:t>and</a:t>
            </a:r>
            <a:r>
              <a:rPr dirty="0" sz="3350" spc="-165">
                <a:solidFill>
                  <a:srgbClr val="030303"/>
                </a:solidFill>
                <a:latin typeface="Times New Roman"/>
                <a:cs typeface="Times New Roman"/>
              </a:rPr>
              <a:t> </a:t>
            </a:r>
            <a:r>
              <a:rPr dirty="0" sz="3350" spc="95">
                <a:solidFill>
                  <a:srgbClr val="030303"/>
                </a:solidFill>
                <a:latin typeface="Times New Roman"/>
                <a:cs typeface="Times New Roman"/>
              </a:rPr>
              <a:t>enables </a:t>
            </a:r>
            <a:r>
              <a:rPr dirty="0" sz="3350" spc="105">
                <a:solidFill>
                  <a:srgbClr val="030303"/>
                </a:solidFill>
                <a:latin typeface="Times New Roman"/>
                <a:cs typeface="Times New Roman"/>
              </a:rPr>
              <a:t>collaboration.</a:t>
            </a:r>
            <a:endParaRPr sz="3350">
              <a:latin typeface="Times New Roman"/>
              <a:cs typeface="Times New Roman"/>
            </a:endParaRPr>
          </a:p>
          <a:p>
            <a:pPr marL="323215" marR="696595" indent="-311150">
              <a:lnSpc>
                <a:spcPct val="86000"/>
              </a:lnSpc>
              <a:spcBef>
                <a:spcPts val="1180"/>
              </a:spcBef>
              <a:buFont typeface="Times New Roman"/>
              <a:buChar char="•"/>
              <a:tabLst>
                <a:tab pos="323215" algn="l"/>
              </a:tabLst>
            </a:pPr>
            <a:r>
              <a:rPr dirty="0" sz="3700" spc="-225" b="1">
                <a:solidFill>
                  <a:srgbClr val="030303"/>
                </a:solidFill>
                <a:latin typeface="Times New Roman"/>
                <a:cs typeface="Times New Roman"/>
              </a:rPr>
              <a:t>Commit:</a:t>
            </a:r>
            <a:r>
              <a:rPr dirty="0" sz="3700" spc="-60" b="1">
                <a:solidFill>
                  <a:srgbClr val="030303"/>
                </a:solidFill>
                <a:latin typeface="Times New Roman"/>
                <a:cs typeface="Times New Roman"/>
              </a:rPr>
              <a:t> </a:t>
            </a:r>
            <a:r>
              <a:rPr dirty="0" sz="3350">
                <a:solidFill>
                  <a:srgbClr val="030303"/>
                </a:solidFill>
                <a:latin typeface="Times New Roman"/>
                <a:cs typeface="Times New Roman"/>
              </a:rPr>
              <a:t>Saving</a:t>
            </a:r>
            <a:r>
              <a:rPr dirty="0" sz="3350" spc="15">
                <a:solidFill>
                  <a:srgbClr val="030303"/>
                </a:solidFill>
                <a:latin typeface="Times New Roman"/>
                <a:cs typeface="Times New Roman"/>
              </a:rPr>
              <a:t> </a:t>
            </a:r>
            <a:r>
              <a:rPr dirty="0" sz="3350" spc="-50">
                <a:solidFill>
                  <a:srgbClr val="030303"/>
                </a:solidFill>
                <a:latin typeface="Times New Roman"/>
                <a:cs typeface="Times New Roman"/>
              </a:rPr>
              <a:t>a </a:t>
            </a:r>
            <a:r>
              <a:rPr dirty="0" sz="3350" spc="140">
                <a:solidFill>
                  <a:srgbClr val="181A16"/>
                </a:solidFill>
                <a:latin typeface="Times New Roman"/>
                <a:cs typeface="Times New Roman"/>
              </a:rPr>
              <a:t>snapshot</a:t>
            </a:r>
            <a:r>
              <a:rPr dirty="0" sz="3350" spc="60">
                <a:solidFill>
                  <a:srgbClr val="181A16"/>
                </a:solidFill>
                <a:latin typeface="Times New Roman"/>
                <a:cs typeface="Times New Roman"/>
              </a:rPr>
              <a:t> </a:t>
            </a:r>
            <a:r>
              <a:rPr dirty="0" sz="3350" spc="-10">
                <a:solidFill>
                  <a:srgbClr val="030303"/>
                </a:solidFill>
                <a:latin typeface="Times New Roman"/>
                <a:cs typeface="Times New Roman"/>
              </a:rPr>
              <a:t>locally.</a:t>
            </a:r>
            <a:endParaRPr sz="33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998803" y="7800446"/>
            <a:ext cx="1295400" cy="4699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00" spc="60">
                <a:solidFill>
                  <a:srgbClr val="181A16"/>
                </a:solidFill>
                <a:latin typeface="Times New Roman"/>
                <a:cs typeface="Times New Roman"/>
              </a:rPr>
              <a:t>Commit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023973" y="7800446"/>
            <a:ext cx="1319530" cy="4699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00" spc="95">
                <a:solidFill>
                  <a:srgbClr val="181A16"/>
                </a:solidFill>
                <a:latin typeface="Times New Roman"/>
                <a:cs typeface="Times New Roman"/>
              </a:rPr>
              <a:t>Commit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2162864" y="7800446"/>
            <a:ext cx="1319530" cy="4699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00" spc="95">
                <a:solidFill>
                  <a:srgbClr val="181A16"/>
                </a:solidFill>
                <a:latin typeface="Times New Roman"/>
                <a:cs typeface="Times New Roman"/>
              </a:rPr>
              <a:t>Commit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4200771" y="7800446"/>
            <a:ext cx="1295400" cy="4699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00" spc="60">
                <a:solidFill>
                  <a:srgbClr val="181A16"/>
                </a:solidFill>
                <a:latin typeface="Times New Roman"/>
                <a:cs typeface="Times New Roman"/>
              </a:rPr>
              <a:t>Commit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061879" y="7665193"/>
            <a:ext cx="5382260" cy="1354455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80"/>
              </a:spcBef>
              <a:tabLst>
                <a:tab pos="2037714" algn="l"/>
                <a:tab pos="4062729" algn="l"/>
              </a:tabLst>
            </a:pPr>
            <a:r>
              <a:rPr dirty="0" sz="2900" spc="95">
                <a:solidFill>
                  <a:srgbClr val="181A16"/>
                </a:solidFill>
                <a:latin typeface="Times New Roman"/>
                <a:cs typeface="Times New Roman"/>
              </a:rPr>
              <a:t>Commit</a:t>
            </a:r>
            <a:r>
              <a:rPr dirty="0" sz="2900">
                <a:solidFill>
                  <a:srgbClr val="181A16"/>
                </a:solidFill>
                <a:latin typeface="Times New Roman"/>
                <a:cs typeface="Times New Roman"/>
              </a:rPr>
              <a:t>	</a:t>
            </a:r>
            <a:r>
              <a:rPr dirty="0" sz="2900" spc="60">
                <a:solidFill>
                  <a:srgbClr val="181A16"/>
                </a:solidFill>
                <a:latin typeface="Times New Roman"/>
                <a:cs typeface="Times New Roman"/>
              </a:rPr>
              <a:t>Commit</a:t>
            </a:r>
            <a:r>
              <a:rPr dirty="0" sz="2900">
                <a:solidFill>
                  <a:srgbClr val="181A16"/>
                </a:solidFill>
                <a:latin typeface="Times New Roman"/>
                <a:cs typeface="Times New Roman"/>
              </a:rPr>
              <a:t>	</a:t>
            </a:r>
            <a:r>
              <a:rPr dirty="0" sz="2900" spc="95">
                <a:solidFill>
                  <a:srgbClr val="181A16"/>
                </a:solidFill>
                <a:latin typeface="Times New Roman"/>
                <a:cs typeface="Times New Roman"/>
              </a:rPr>
              <a:t>Commit</a:t>
            </a:r>
            <a:endParaRPr sz="29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400"/>
              </a:spcBef>
            </a:pPr>
            <a:r>
              <a:rPr dirty="0" sz="3750" spc="-145" b="1">
                <a:solidFill>
                  <a:srgbClr val="696B69"/>
                </a:solidFill>
                <a:latin typeface="Times New Roman"/>
                <a:cs typeface="Times New Roman"/>
              </a:rPr>
              <a:t>Git</a:t>
            </a:r>
            <a:r>
              <a:rPr dirty="0" sz="3750" spc="-125" b="1">
                <a:solidFill>
                  <a:srgbClr val="696B69"/>
                </a:solidFill>
                <a:latin typeface="Times New Roman"/>
                <a:cs typeface="Times New Roman"/>
              </a:rPr>
              <a:t> </a:t>
            </a:r>
            <a:r>
              <a:rPr dirty="0" sz="3750" spc="-45" b="1">
                <a:solidFill>
                  <a:srgbClr val="696B69"/>
                </a:solidFill>
                <a:latin typeface="Times New Roman"/>
                <a:cs typeface="Times New Roman"/>
              </a:rPr>
              <a:t>Database</a:t>
            </a:r>
            <a:r>
              <a:rPr dirty="0" sz="3750" spc="-165" b="1">
                <a:solidFill>
                  <a:srgbClr val="696B69"/>
                </a:solidFill>
                <a:latin typeface="Times New Roman"/>
                <a:cs typeface="Times New Roman"/>
              </a:rPr>
              <a:t> </a:t>
            </a:r>
            <a:r>
              <a:rPr dirty="0" sz="3750" spc="-10" b="1">
                <a:solidFill>
                  <a:srgbClr val="696B69"/>
                </a:solidFill>
                <a:latin typeface="Times New Roman"/>
                <a:cs typeface="Times New Roman"/>
              </a:rPr>
              <a:t>(Local)</a:t>
            </a:r>
            <a:endParaRPr sz="3750">
              <a:latin typeface="Times New Roman"/>
              <a:cs typeface="Times New Roman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15519807" y="9362028"/>
            <a:ext cx="114935" cy="292735"/>
            <a:chOff x="15519807" y="9362028"/>
            <a:chExt cx="114935" cy="292735"/>
          </a:xfrm>
        </p:grpSpPr>
        <p:sp>
          <p:nvSpPr>
            <p:cNvPr id="43" name="object 43"/>
            <p:cNvSpPr/>
            <p:nvPr/>
          </p:nvSpPr>
          <p:spPr>
            <a:xfrm>
              <a:off x="15519808" y="9362028"/>
              <a:ext cx="114935" cy="292735"/>
            </a:xfrm>
            <a:custGeom>
              <a:avLst/>
              <a:gdLst/>
              <a:ahLst/>
              <a:cxnLst/>
              <a:rect l="l" t="t" r="r" b="b"/>
              <a:pathLst>
                <a:path w="114934" h="292734">
                  <a:moveTo>
                    <a:pt x="114632" y="292156"/>
                  </a:moveTo>
                  <a:lnTo>
                    <a:pt x="0" y="292156"/>
                  </a:lnTo>
                  <a:lnTo>
                    <a:pt x="0" y="0"/>
                  </a:lnTo>
                  <a:lnTo>
                    <a:pt x="114632" y="0"/>
                  </a:lnTo>
                  <a:lnTo>
                    <a:pt x="114632" y="292156"/>
                  </a:lnTo>
                  <a:close/>
                </a:path>
              </a:pathLst>
            </a:custGeom>
            <a:solidFill>
              <a:srgbClr val="F6F6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15519807" y="9581253"/>
              <a:ext cx="114935" cy="13335"/>
            </a:xfrm>
            <a:custGeom>
              <a:avLst/>
              <a:gdLst/>
              <a:ahLst/>
              <a:cxnLst/>
              <a:rect l="l" t="t" r="r" b="b"/>
              <a:pathLst>
                <a:path w="114934" h="13334">
                  <a:moveTo>
                    <a:pt x="0" y="0"/>
                  </a:moveTo>
                  <a:lnTo>
                    <a:pt x="114632" y="0"/>
                  </a:lnTo>
                  <a:lnTo>
                    <a:pt x="114632" y="12766"/>
                  </a:lnTo>
                  <a:lnTo>
                    <a:pt x="0" y="127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7B1B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/>
          <p:cNvSpPr txBox="1"/>
          <p:nvPr/>
        </p:nvSpPr>
        <p:spPr>
          <a:xfrm>
            <a:off x="15519809" y="9370612"/>
            <a:ext cx="140335" cy="210820"/>
          </a:xfrm>
          <a:prstGeom prst="rect">
            <a:avLst/>
          </a:prstGeom>
          <a:solidFill>
            <a:srgbClr val="F6F6ED"/>
          </a:solidFill>
        </p:spPr>
        <p:txBody>
          <a:bodyPr wrap="square" lIns="0" tIns="635" rIns="0" bIns="0" rtlCol="0" vert="horz">
            <a:spAutoFit/>
          </a:bodyPr>
          <a:lstStyle/>
          <a:p>
            <a:pPr>
              <a:lnSpc>
                <a:spcPts val="1650"/>
              </a:lnSpc>
              <a:spcBef>
                <a:spcPts val="5"/>
              </a:spcBef>
            </a:pPr>
            <a:r>
              <a:rPr dirty="0" sz="1700" spc="-225">
                <a:solidFill>
                  <a:srgbClr val="A7B1B3"/>
                </a:solidFill>
                <a:latin typeface="Times New Roman"/>
                <a:cs typeface="Times New Roman"/>
              </a:rPr>
              <a:t>i&lt;</a:t>
            </a:r>
            <a:endParaRPr sz="1700">
              <a:latin typeface="Times New Roman"/>
              <a:cs typeface="Times New Roman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15654374" y="9461562"/>
            <a:ext cx="49530" cy="163830"/>
            <a:chOff x="15654374" y="9461562"/>
            <a:chExt cx="49530" cy="163830"/>
          </a:xfrm>
        </p:grpSpPr>
        <p:sp>
          <p:nvSpPr>
            <p:cNvPr id="47" name="object 47"/>
            <p:cNvSpPr/>
            <p:nvPr/>
          </p:nvSpPr>
          <p:spPr>
            <a:xfrm>
              <a:off x="15654374" y="9461562"/>
              <a:ext cx="49530" cy="163830"/>
            </a:xfrm>
            <a:custGeom>
              <a:avLst/>
              <a:gdLst/>
              <a:ahLst/>
              <a:cxnLst/>
              <a:rect l="l" t="t" r="r" b="b"/>
              <a:pathLst>
                <a:path w="49530" h="163829">
                  <a:moveTo>
                    <a:pt x="48944" y="163263"/>
                  </a:moveTo>
                  <a:lnTo>
                    <a:pt x="0" y="163263"/>
                  </a:lnTo>
                  <a:lnTo>
                    <a:pt x="0" y="0"/>
                  </a:lnTo>
                  <a:lnTo>
                    <a:pt x="48944" y="0"/>
                  </a:lnTo>
                  <a:lnTo>
                    <a:pt x="48944" y="163263"/>
                  </a:lnTo>
                  <a:close/>
                </a:path>
              </a:pathLst>
            </a:custGeom>
            <a:solidFill>
              <a:srgbClr val="F6F6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15654374" y="9587637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 h="0">
                  <a:moveTo>
                    <a:pt x="0" y="0"/>
                  </a:moveTo>
                  <a:lnTo>
                    <a:pt x="48947" y="0"/>
                  </a:lnTo>
                </a:path>
              </a:pathLst>
            </a:custGeom>
            <a:ln w="12766">
              <a:solidFill>
                <a:srgbClr val="A7B1B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/>
          <p:cNvSpPr/>
          <p:nvPr/>
        </p:nvSpPr>
        <p:spPr>
          <a:xfrm>
            <a:off x="15894375" y="9461562"/>
            <a:ext cx="122555" cy="163830"/>
          </a:xfrm>
          <a:custGeom>
            <a:avLst/>
            <a:gdLst/>
            <a:ahLst/>
            <a:cxnLst/>
            <a:rect l="l" t="t" r="r" b="b"/>
            <a:pathLst>
              <a:path w="122555" h="163829">
                <a:moveTo>
                  <a:pt x="122013" y="163263"/>
                </a:moveTo>
                <a:lnTo>
                  <a:pt x="0" y="163263"/>
                </a:lnTo>
                <a:lnTo>
                  <a:pt x="0" y="0"/>
                </a:lnTo>
                <a:lnTo>
                  <a:pt x="122013" y="0"/>
                </a:lnTo>
                <a:lnTo>
                  <a:pt x="122013" y="163263"/>
                </a:lnTo>
                <a:close/>
              </a:path>
            </a:pathLst>
          </a:custGeom>
          <a:solidFill>
            <a:srgbClr val="F6F6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15641676" y="9396214"/>
            <a:ext cx="176085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52095" algn="l"/>
                <a:tab pos="529590" algn="l"/>
              </a:tabLst>
            </a:pPr>
            <a:r>
              <a:rPr dirty="0" sz="950" spc="-25">
                <a:solidFill>
                  <a:srgbClr val="A7B1B3"/>
                </a:solidFill>
                <a:latin typeface="Times New Roman"/>
                <a:cs typeface="Times New Roman"/>
              </a:rPr>
              <a:t>,1</a:t>
            </a:r>
            <a:r>
              <a:rPr dirty="0" sz="950">
                <a:solidFill>
                  <a:srgbClr val="A7B1B3"/>
                </a:solidFill>
                <a:latin typeface="Times New Roman"/>
                <a:cs typeface="Times New Roman"/>
              </a:rPr>
              <a:t>	</a:t>
            </a:r>
            <a:r>
              <a:rPr dirty="0" u="heavy" sz="950" spc="-30">
                <a:solidFill>
                  <a:srgbClr val="A7B1B3"/>
                </a:solidFill>
                <a:uFill>
                  <a:solidFill>
                    <a:srgbClr val="C8C6BC"/>
                  </a:solidFill>
                </a:uFill>
                <a:latin typeface="Times New Roman"/>
                <a:cs typeface="Times New Roman"/>
              </a:rPr>
              <a:t>1 </a:t>
            </a:r>
            <a:r>
              <a:rPr dirty="0" u="heavy" sz="950" spc="-50">
                <a:solidFill>
                  <a:srgbClr val="C8C6BC"/>
                </a:solidFill>
                <a:uFill>
                  <a:solidFill>
                    <a:srgbClr val="C8C6BC"/>
                  </a:solidFill>
                </a:uFill>
                <a:latin typeface="Times New Roman"/>
                <a:cs typeface="Times New Roman"/>
              </a:rPr>
              <a:t>•</a:t>
            </a:r>
            <a:r>
              <a:rPr dirty="0" u="none" sz="950">
                <a:solidFill>
                  <a:srgbClr val="C8C6BC"/>
                </a:solidFill>
                <a:latin typeface="Times New Roman"/>
                <a:cs typeface="Times New Roman"/>
              </a:rPr>
              <a:t>	</a:t>
            </a:r>
            <a:r>
              <a:rPr dirty="0" u="none" sz="1400" spc="-110">
                <a:solidFill>
                  <a:srgbClr val="2D2D2B"/>
                </a:solidFill>
                <a:latin typeface="Times New Roman"/>
                <a:cs typeface="Times New Roman"/>
              </a:rPr>
              <a:t>I'S\</a:t>
            </a:r>
            <a:r>
              <a:rPr dirty="0" u="none" sz="1400" spc="20">
                <a:solidFill>
                  <a:srgbClr val="2D2D2B"/>
                </a:solidFill>
                <a:latin typeface="Times New Roman"/>
                <a:cs typeface="Times New Roman"/>
              </a:rPr>
              <a:t> </a:t>
            </a:r>
            <a:r>
              <a:rPr dirty="0" u="none" sz="1350" spc="-10">
                <a:solidFill>
                  <a:srgbClr val="181A16"/>
                </a:solidFill>
                <a:latin typeface="Arial"/>
                <a:cs typeface="Arial"/>
              </a:rPr>
              <a:t>NotebookLM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374979" y="1813057"/>
            <a:ext cx="6317615" cy="2834640"/>
            <a:chOff x="5374979" y="1813057"/>
            <a:chExt cx="6317615" cy="28346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74979" y="1813057"/>
              <a:ext cx="6317512" cy="130214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74979" y="3140736"/>
              <a:ext cx="6317512" cy="1506405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421" y="7762081"/>
            <a:ext cx="1936012" cy="186385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74979" y="4672674"/>
            <a:ext cx="6903410" cy="370218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456100" y="8528050"/>
            <a:ext cx="993479" cy="740436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8750263" y="76861"/>
            <a:ext cx="0" cy="408940"/>
          </a:xfrm>
          <a:custGeom>
            <a:avLst/>
            <a:gdLst/>
            <a:ahLst/>
            <a:cxnLst/>
            <a:rect l="l" t="t" r="r" b="b"/>
            <a:pathLst>
              <a:path w="0" h="408940">
                <a:moveTo>
                  <a:pt x="0" y="408516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6354204" y="8553579"/>
            <a:ext cx="0" cy="842644"/>
          </a:xfrm>
          <a:custGeom>
            <a:avLst/>
            <a:gdLst/>
            <a:ahLst/>
            <a:cxnLst/>
            <a:rect l="l" t="t" r="r" b="b"/>
            <a:pathLst>
              <a:path w="0" h="842645">
                <a:moveTo>
                  <a:pt x="0" y="842565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7143893" y="255587"/>
            <a:ext cx="0" cy="8272780"/>
          </a:xfrm>
          <a:custGeom>
            <a:avLst/>
            <a:gdLst/>
            <a:ahLst/>
            <a:cxnLst/>
            <a:rect l="l" t="t" r="r" b="b"/>
            <a:pathLst>
              <a:path w="0" h="8272780">
                <a:moveTo>
                  <a:pt x="0" y="8272459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1692491" y="2515194"/>
            <a:ext cx="459105" cy="0"/>
          </a:xfrm>
          <a:custGeom>
            <a:avLst/>
            <a:gdLst/>
            <a:ahLst/>
            <a:cxnLst/>
            <a:rect l="l" t="t" r="r" b="b"/>
            <a:pathLst>
              <a:path w="459104" h="0">
                <a:moveTo>
                  <a:pt x="0" y="0"/>
                </a:moveTo>
                <a:lnTo>
                  <a:pt x="458529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7118418" y="4800333"/>
            <a:ext cx="356870" cy="26034"/>
          </a:xfrm>
          <a:custGeom>
            <a:avLst/>
            <a:gdLst/>
            <a:ahLst/>
            <a:cxnLst/>
            <a:rect l="l" t="t" r="r" b="b"/>
            <a:pathLst>
              <a:path w="356869" h="26035">
                <a:moveTo>
                  <a:pt x="356780" y="25532"/>
                </a:moveTo>
                <a:lnTo>
                  <a:pt x="0" y="25532"/>
                </a:lnTo>
                <a:lnTo>
                  <a:pt x="0" y="0"/>
                </a:lnTo>
                <a:lnTo>
                  <a:pt x="356780" y="0"/>
                </a:lnTo>
                <a:lnTo>
                  <a:pt x="356780" y="255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6328730" y="9357846"/>
            <a:ext cx="866140" cy="0"/>
          </a:xfrm>
          <a:custGeom>
            <a:avLst/>
            <a:gdLst/>
            <a:ahLst/>
            <a:cxnLst/>
            <a:rect l="l" t="t" r="r" b="b"/>
            <a:pathLst>
              <a:path w="866140" h="0">
                <a:moveTo>
                  <a:pt x="0" y="0"/>
                </a:moveTo>
                <a:lnTo>
                  <a:pt x="866110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2023652" y="9370612"/>
            <a:ext cx="2089150" cy="0"/>
          </a:xfrm>
          <a:custGeom>
            <a:avLst/>
            <a:gdLst/>
            <a:ahLst/>
            <a:cxnLst/>
            <a:rect l="l" t="t" r="r" b="b"/>
            <a:pathLst>
              <a:path w="2089150" h="0">
                <a:moveTo>
                  <a:pt x="0" y="0"/>
                </a:moveTo>
                <a:lnTo>
                  <a:pt x="2088854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118075" y="0"/>
            <a:ext cx="76835" cy="367665"/>
          </a:xfrm>
          <a:custGeom>
            <a:avLst/>
            <a:gdLst/>
            <a:ahLst/>
            <a:cxnLst/>
            <a:rect l="l" t="t" r="r" b="b"/>
            <a:pathLst>
              <a:path w="76835" h="367665">
                <a:moveTo>
                  <a:pt x="76421" y="367241"/>
                </a:moveTo>
                <a:lnTo>
                  <a:pt x="0" y="367241"/>
                </a:lnTo>
                <a:lnTo>
                  <a:pt x="0" y="0"/>
                </a:lnTo>
                <a:lnTo>
                  <a:pt x="76421" y="0"/>
                </a:lnTo>
                <a:lnTo>
                  <a:pt x="76421" y="367241"/>
                </a:lnTo>
                <a:close/>
              </a:path>
            </a:pathLst>
          </a:custGeom>
          <a:solidFill>
            <a:srgbClr val="F6F6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105375" y="-12435"/>
            <a:ext cx="104139" cy="3625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00" spc="-50">
                <a:solidFill>
                  <a:srgbClr val="CFCCC1"/>
                </a:solidFill>
                <a:latin typeface="Times New Roman"/>
                <a:cs typeface="Times New Roman"/>
              </a:rPr>
              <a:t>l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1021880" y="2427"/>
            <a:ext cx="76835" cy="361315"/>
          </a:xfrm>
          <a:custGeom>
            <a:avLst/>
            <a:gdLst/>
            <a:ahLst/>
            <a:cxnLst/>
            <a:rect l="l" t="t" r="r" b="b"/>
            <a:pathLst>
              <a:path w="76834" h="361315">
                <a:moveTo>
                  <a:pt x="76421" y="360899"/>
                </a:moveTo>
                <a:lnTo>
                  <a:pt x="0" y="360899"/>
                </a:lnTo>
                <a:lnTo>
                  <a:pt x="0" y="0"/>
                </a:lnTo>
                <a:lnTo>
                  <a:pt x="76421" y="0"/>
                </a:lnTo>
                <a:lnTo>
                  <a:pt x="76421" y="360899"/>
                </a:lnTo>
                <a:close/>
              </a:path>
            </a:pathLst>
          </a:custGeom>
          <a:solidFill>
            <a:srgbClr val="F6F6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1009180" y="330"/>
            <a:ext cx="100965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00" spc="-50">
                <a:solidFill>
                  <a:srgbClr val="BDBAAF"/>
                </a:solidFill>
                <a:latin typeface="Times New Roman"/>
                <a:cs typeface="Times New Roman"/>
              </a:rPr>
              <a:t>l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9" name="object 19" descr="$PPTXTitle"/>
          <p:cNvSpPr txBox="1">
            <a:spLocks noGrp="1"/>
          </p:cNvSpPr>
          <p:nvPr>
            <p:ph type="title"/>
          </p:nvPr>
        </p:nvSpPr>
        <p:spPr>
          <a:xfrm>
            <a:off x="3459142" y="530126"/>
            <a:ext cx="10518775" cy="1014094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450" spc="185">
                <a:solidFill>
                  <a:srgbClr val="21211C"/>
                </a:solidFill>
              </a:rPr>
              <a:t>The</a:t>
            </a:r>
            <a:r>
              <a:rPr dirty="0" sz="6450" spc="-180">
                <a:solidFill>
                  <a:srgbClr val="21211C"/>
                </a:solidFill>
              </a:rPr>
              <a:t> </a:t>
            </a:r>
            <a:r>
              <a:rPr dirty="0" sz="6450" spc="95">
                <a:solidFill>
                  <a:srgbClr val="21211C"/>
                </a:solidFill>
              </a:rPr>
              <a:t>Cycle</a:t>
            </a:r>
            <a:r>
              <a:rPr dirty="0" sz="6450" spc="-60">
                <a:solidFill>
                  <a:srgbClr val="21211C"/>
                </a:solidFill>
              </a:rPr>
              <a:t> </a:t>
            </a:r>
            <a:r>
              <a:rPr dirty="0" sz="6450" spc="85">
                <a:solidFill>
                  <a:srgbClr val="21211C"/>
                </a:solidFill>
              </a:rPr>
              <a:t>of</a:t>
            </a:r>
            <a:r>
              <a:rPr dirty="0" sz="6450" spc="-60">
                <a:solidFill>
                  <a:srgbClr val="21211C"/>
                </a:solidFill>
              </a:rPr>
              <a:t> </a:t>
            </a:r>
            <a:r>
              <a:rPr dirty="0" sz="6450" spc="55">
                <a:solidFill>
                  <a:srgbClr val="21211C"/>
                </a:solidFill>
              </a:rPr>
              <a:t>Development</a:t>
            </a:r>
            <a:endParaRPr sz="6450"/>
          </a:p>
        </p:txBody>
      </p:sp>
      <p:sp>
        <p:nvSpPr>
          <p:cNvPr id="20" name="object 20"/>
          <p:cNvSpPr txBox="1"/>
          <p:nvPr/>
        </p:nvSpPr>
        <p:spPr>
          <a:xfrm>
            <a:off x="7473265" y="3268463"/>
            <a:ext cx="2540000" cy="5314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300" spc="90">
                <a:solidFill>
                  <a:srgbClr val="0C0C08"/>
                </a:solidFill>
                <a:latin typeface="Times New Roman"/>
                <a:cs typeface="Times New Roman"/>
              </a:rPr>
              <a:t>Activate</a:t>
            </a:r>
            <a:r>
              <a:rPr dirty="0" sz="3300" spc="-50">
                <a:solidFill>
                  <a:srgbClr val="0C0C08"/>
                </a:solidFill>
                <a:latin typeface="Times New Roman"/>
                <a:cs typeface="Times New Roman"/>
              </a:rPr>
              <a:t> </a:t>
            </a:r>
            <a:r>
              <a:rPr dirty="0" sz="3150" spc="75">
                <a:solidFill>
                  <a:srgbClr val="0C0C08"/>
                </a:solidFill>
                <a:latin typeface="Arial"/>
                <a:cs typeface="Arial"/>
              </a:rPr>
              <a:t>venv</a:t>
            </a:r>
            <a:endParaRPr sz="31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060602" y="4787634"/>
            <a:ext cx="2904490" cy="10033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r" marR="18415">
              <a:lnSpc>
                <a:spcPts val="3840"/>
              </a:lnSpc>
              <a:spcBef>
                <a:spcPts val="114"/>
              </a:spcBef>
            </a:pPr>
            <a:r>
              <a:rPr dirty="0" sz="3300" spc="120">
                <a:solidFill>
                  <a:srgbClr val="0C0C08"/>
                </a:solidFill>
                <a:latin typeface="Times New Roman"/>
                <a:cs typeface="Times New Roman"/>
              </a:rPr>
              <a:t>Commit</a:t>
            </a:r>
            <a:r>
              <a:rPr dirty="0" sz="3300" spc="110">
                <a:solidFill>
                  <a:srgbClr val="0C0C08"/>
                </a:solidFill>
                <a:latin typeface="Times New Roman"/>
                <a:cs typeface="Times New Roman"/>
              </a:rPr>
              <a:t> </a:t>
            </a:r>
            <a:r>
              <a:rPr dirty="0" sz="3000" spc="140">
                <a:solidFill>
                  <a:srgbClr val="0C0C08"/>
                </a:solidFill>
                <a:latin typeface="Arial"/>
                <a:cs typeface="Arial"/>
              </a:rPr>
              <a:t>&amp;</a:t>
            </a:r>
            <a:r>
              <a:rPr dirty="0" sz="3000" spc="-95">
                <a:solidFill>
                  <a:srgbClr val="0C0C08"/>
                </a:solidFill>
                <a:latin typeface="Arial"/>
                <a:cs typeface="Arial"/>
              </a:rPr>
              <a:t> </a:t>
            </a:r>
            <a:r>
              <a:rPr dirty="0" sz="3300" spc="155">
                <a:solidFill>
                  <a:srgbClr val="0C0C08"/>
                </a:solidFill>
                <a:latin typeface="Times New Roman"/>
                <a:cs typeface="Times New Roman"/>
              </a:rPr>
              <a:t>Push</a:t>
            </a:r>
            <a:endParaRPr sz="3300">
              <a:latin typeface="Times New Roman"/>
              <a:cs typeface="Times New Roman"/>
            </a:endParaRPr>
          </a:p>
          <a:p>
            <a:pPr algn="r" marR="5080">
              <a:lnSpc>
                <a:spcPts val="3840"/>
              </a:lnSpc>
            </a:pPr>
            <a:r>
              <a:rPr dirty="0" sz="3300" spc="140">
                <a:solidFill>
                  <a:srgbClr val="0C0C08"/>
                </a:solidFill>
                <a:latin typeface="Times New Roman"/>
                <a:cs typeface="Times New Roman"/>
              </a:rPr>
              <a:t>to</a:t>
            </a:r>
            <a:r>
              <a:rPr dirty="0" sz="3300" spc="-55">
                <a:solidFill>
                  <a:srgbClr val="0C0C08"/>
                </a:solidFill>
                <a:latin typeface="Times New Roman"/>
                <a:cs typeface="Times New Roman"/>
              </a:rPr>
              <a:t> </a:t>
            </a:r>
            <a:r>
              <a:rPr dirty="0" sz="3300" spc="70">
                <a:solidFill>
                  <a:srgbClr val="0C0C08"/>
                </a:solidFill>
                <a:latin typeface="Times New Roman"/>
                <a:cs typeface="Times New Roman"/>
              </a:rPr>
              <a:t>GitHub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053654" y="5693964"/>
            <a:ext cx="433070" cy="0"/>
          </a:xfrm>
          <a:custGeom>
            <a:avLst/>
            <a:gdLst/>
            <a:ahLst/>
            <a:cxnLst/>
            <a:rect l="l" t="t" r="r" b="b"/>
            <a:pathLst>
              <a:path w="433070" h="0">
                <a:moveTo>
                  <a:pt x="0" y="0"/>
                </a:moveTo>
                <a:lnTo>
                  <a:pt x="433055" y="0"/>
                </a:lnTo>
              </a:path>
            </a:pathLst>
          </a:custGeom>
          <a:ln w="12766">
            <a:solidFill>
              <a:srgbClr val="13498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5270013" y="5017425"/>
            <a:ext cx="1078230" cy="8223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74650" algn="l"/>
                <a:tab pos="782955" algn="l"/>
              </a:tabLst>
            </a:pPr>
            <a:r>
              <a:rPr dirty="0" u="heavy" sz="3300" spc="5" i="1">
                <a:solidFill>
                  <a:srgbClr val="134982"/>
                </a:solidFill>
                <a:uFill>
                  <a:solidFill>
                    <a:srgbClr val="134982"/>
                  </a:solidFill>
                </a:uFill>
                <a:latin typeface="Times New Roman"/>
                <a:cs typeface="Times New Roman"/>
              </a:rPr>
              <a:t>(</a:t>
            </a:r>
            <a:r>
              <a:rPr dirty="0" u="heavy" sz="3300" i="1">
                <a:solidFill>
                  <a:srgbClr val="134982"/>
                </a:solidFill>
                <a:uFill>
                  <a:solidFill>
                    <a:srgbClr val="134982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heavy" sz="3300" spc="-50">
                <a:solidFill>
                  <a:srgbClr val="134982"/>
                </a:solidFill>
                <a:uFill>
                  <a:solidFill>
                    <a:srgbClr val="134982"/>
                  </a:solidFill>
                </a:uFill>
                <a:latin typeface="Times New Roman"/>
                <a:cs typeface="Times New Roman"/>
              </a:rPr>
              <a:t>•</a:t>
            </a:r>
            <a:r>
              <a:rPr dirty="0" u="none" sz="3300">
                <a:solidFill>
                  <a:srgbClr val="134982"/>
                </a:solidFill>
                <a:latin typeface="Times New Roman"/>
                <a:cs typeface="Times New Roman"/>
              </a:rPr>
              <a:t>	</a:t>
            </a:r>
            <a:r>
              <a:rPr dirty="0" u="none" sz="5200" spc="-440">
                <a:solidFill>
                  <a:srgbClr val="134982"/>
                </a:solidFill>
                <a:latin typeface="Times New Roman"/>
                <a:cs typeface="Times New Roman"/>
              </a:rPr>
              <a:t>d</a:t>
            </a:r>
            <a:endParaRPr sz="52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919164" y="4583376"/>
            <a:ext cx="1671320" cy="1399540"/>
          </a:xfrm>
          <a:prstGeom prst="rect">
            <a:avLst/>
          </a:prstGeom>
        </p:spPr>
        <p:txBody>
          <a:bodyPr wrap="square" lIns="0" tIns="86360" rIns="0" bIns="0" rtlCol="0" vert="horz">
            <a:spAutoFit/>
          </a:bodyPr>
          <a:lstStyle/>
          <a:p>
            <a:pPr algn="ctr" marL="12700" marR="5080" indent="635">
              <a:lnSpc>
                <a:spcPts val="3420"/>
              </a:lnSpc>
              <a:spcBef>
                <a:spcPts val="680"/>
              </a:spcBef>
            </a:pPr>
            <a:r>
              <a:rPr dirty="0" sz="3300" spc="90">
                <a:solidFill>
                  <a:srgbClr val="0C0C08"/>
                </a:solidFill>
                <a:latin typeface="Times New Roman"/>
                <a:cs typeface="Times New Roman"/>
              </a:rPr>
              <a:t>Repeat </a:t>
            </a:r>
            <a:r>
              <a:rPr dirty="0" sz="3300" spc="85">
                <a:solidFill>
                  <a:srgbClr val="0C0C08"/>
                </a:solidFill>
                <a:latin typeface="Times New Roman"/>
                <a:cs typeface="Times New Roman"/>
              </a:rPr>
              <a:t>for</a:t>
            </a:r>
            <a:r>
              <a:rPr dirty="0" sz="3300" spc="70">
                <a:solidFill>
                  <a:srgbClr val="0C0C08"/>
                </a:solidFill>
                <a:latin typeface="Times New Roman"/>
                <a:cs typeface="Times New Roman"/>
              </a:rPr>
              <a:t> </a:t>
            </a:r>
            <a:r>
              <a:rPr dirty="0" sz="3300" spc="105">
                <a:solidFill>
                  <a:srgbClr val="0C0C08"/>
                </a:solidFill>
                <a:latin typeface="Times New Roman"/>
                <a:cs typeface="Times New Roman"/>
              </a:rPr>
              <a:t>every </a:t>
            </a:r>
            <a:r>
              <a:rPr dirty="0" sz="3300" spc="160">
                <a:solidFill>
                  <a:srgbClr val="0C0C08"/>
                </a:solidFill>
                <a:latin typeface="Times New Roman"/>
                <a:cs typeface="Times New Roman"/>
              </a:rPr>
              <a:t>insight.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629221" y="4787634"/>
            <a:ext cx="2061845" cy="965200"/>
          </a:xfrm>
          <a:prstGeom prst="rect">
            <a:avLst/>
          </a:prstGeom>
        </p:spPr>
        <p:txBody>
          <a:bodyPr wrap="square" lIns="0" tIns="86360" rIns="0" bIns="0" rtlCol="0" vert="horz">
            <a:spAutoFit/>
          </a:bodyPr>
          <a:lstStyle/>
          <a:p>
            <a:pPr marL="31115" marR="5080" indent="-19050">
              <a:lnSpc>
                <a:spcPts val="3420"/>
              </a:lnSpc>
              <a:spcBef>
                <a:spcPts val="680"/>
              </a:spcBef>
            </a:pPr>
            <a:r>
              <a:rPr dirty="0" sz="3300" spc="114">
                <a:solidFill>
                  <a:srgbClr val="0C0C08"/>
                </a:solidFill>
                <a:latin typeface="Times New Roman"/>
                <a:cs typeface="Times New Roman"/>
              </a:rPr>
              <a:t>Write</a:t>
            </a:r>
            <a:r>
              <a:rPr dirty="0" sz="3300" spc="-95">
                <a:solidFill>
                  <a:srgbClr val="0C0C08"/>
                </a:solidFill>
                <a:latin typeface="Times New Roman"/>
                <a:cs typeface="Times New Roman"/>
              </a:rPr>
              <a:t> </a:t>
            </a:r>
            <a:r>
              <a:rPr dirty="0" sz="3300" spc="-20">
                <a:solidFill>
                  <a:srgbClr val="0C0C08"/>
                </a:solidFill>
                <a:latin typeface="Times New Roman"/>
                <a:cs typeface="Times New Roman"/>
              </a:rPr>
              <a:t>Code </a:t>
            </a:r>
            <a:r>
              <a:rPr dirty="0" sz="3300">
                <a:solidFill>
                  <a:srgbClr val="0C0C08"/>
                </a:solidFill>
                <a:latin typeface="Times New Roman"/>
                <a:cs typeface="Times New Roman"/>
              </a:rPr>
              <a:t>in</a:t>
            </a:r>
            <a:r>
              <a:rPr dirty="0" sz="3300" spc="170">
                <a:solidFill>
                  <a:srgbClr val="0C0C08"/>
                </a:solidFill>
                <a:latin typeface="Times New Roman"/>
                <a:cs typeface="Times New Roman"/>
              </a:rPr>
              <a:t> </a:t>
            </a:r>
            <a:r>
              <a:rPr dirty="0" sz="3300" spc="130">
                <a:solidFill>
                  <a:srgbClr val="21211C"/>
                </a:solidFill>
                <a:latin typeface="Times New Roman"/>
                <a:cs typeface="Times New Roman"/>
              </a:rPr>
              <a:t>.qmd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439945" y="9217490"/>
            <a:ext cx="76835" cy="215265"/>
          </a:xfrm>
          <a:custGeom>
            <a:avLst/>
            <a:gdLst/>
            <a:ahLst/>
            <a:cxnLst/>
            <a:rect l="l" t="t" r="r" b="b"/>
            <a:pathLst>
              <a:path w="76834" h="215265">
                <a:moveTo>
                  <a:pt x="76421" y="214820"/>
                </a:moveTo>
                <a:lnTo>
                  <a:pt x="0" y="214820"/>
                </a:lnTo>
                <a:lnTo>
                  <a:pt x="0" y="0"/>
                </a:lnTo>
                <a:lnTo>
                  <a:pt x="76421" y="0"/>
                </a:lnTo>
                <a:lnTo>
                  <a:pt x="76421" y="214820"/>
                </a:lnTo>
                <a:close/>
              </a:path>
            </a:pathLst>
          </a:custGeom>
          <a:solidFill>
            <a:srgbClr val="F6F6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6427245" y="9211105"/>
            <a:ext cx="73660" cy="2171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50" spc="-50">
                <a:solidFill>
                  <a:srgbClr val="BDBAAF"/>
                </a:solidFill>
                <a:latin typeface="Times New Roman"/>
                <a:cs typeface="Times New Roman"/>
              </a:rPr>
              <a:t>l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731142" y="8477051"/>
            <a:ext cx="4044315" cy="5314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300" spc="85">
                <a:solidFill>
                  <a:srgbClr val="0C0C08"/>
                </a:solidFill>
                <a:latin typeface="Times New Roman"/>
                <a:cs typeface="Times New Roman"/>
              </a:rPr>
              <a:t>Preview</a:t>
            </a:r>
            <a:r>
              <a:rPr dirty="0" sz="3300" spc="-80">
                <a:solidFill>
                  <a:srgbClr val="0C0C08"/>
                </a:solidFill>
                <a:latin typeface="Times New Roman"/>
                <a:cs typeface="Times New Roman"/>
              </a:rPr>
              <a:t> </a:t>
            </a:r>
            <a:r>
              <a:rPr dirty="0" sz="3300" spc="-50">
                <a:solidFill>
                  <a:srgbClr val="0C0C08"/>
                </a:solidFill>
                <a:latin typeface="Times New Roman"/>
                <a:cs typeface="Times New Roman"/>
              </a:rPr>
              <a:t>HTML</a:t>
            </a:r>
            <a:r>
              <a:rPr dirty="0" sz="3300" spc="-130">
                <a:solidFill>
                  <a:srgbClr val="0C0C08"/>
                </a:solidFill>
                <a:latin typeface="Times New Roman"/>
                <a:cs typeface="Times New Roman"/>
              </a:rPr>
              <a:t> </a:t>
            </a:r>
            <a:r>
              <a:rPr dirty="0" sz="3300" spc="165">
                <a:solidFill>
                  <a:srgbClr val="0C0C08"/>
                </a:solidFill>
                <a:latin typeface="Times New Roman"/>
                <a:cs typeface="Times New Roman"/>
              </a:rPr>
              <a:t>output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730801" y="9187990"/>
            <a:ext cx="76835" cy="565785"/>
          </a:xfrm>
          <a:custGeom>
            <a:avLst/>
            <a:gdLst/>
            <a:ahLst/>
            <a:cxnLst/>
            <a:rect l="l" t="t" r="r" b="b"/>
            <a:pathLst>
              <a:path w="76834" h="565784">
                <a:moveTo>
                  <a:pt x="76421" y="565609"/>
                </a:moveTo>
                <a:lnTo>
                  <a:pt x="0" y="565609"/>
                </a:lnTo>
                <a:lnTo>
                  <a:pt x="0" y="0"/>
                </a:lnTo>
                <a:lnTo>
                  <a:pt x="76421" y="0"/>
                </a:lnTo>
                <a:lnTo>
                  <a:pt x="76421" y="565609"/>
                </a:lnTo>
                <a:close/>
              </a:path>
            </a:pathLst>
          </a:custGeom>
          <a:solidFill>
            <a:srgbClr val="F6F6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8718101" y="9191955"/>
            <a:ext cx="121285" cy="5314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300" spc="-114">
                <a:solidFill>
                  <a:srgbClr val="CFCCC1"/>
                </a:solidFill>
                <a:latin typeface="Arial"/>
                <a:cs typeface="Arial"/>
              </a:rPr>
              <a:t>t</a:t>
            </a:r>
            <a:endParaRPr sz="33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0975887" y="9124594"/>
            <a:ext cx="102235" cy="335280"/>
          </a:xfrm>
          <a:custGeom>
            <a:avLst/>
            <a:gdLst/>
            <a:ahLst/>
            <a:cxnLst/>
            <a:rect l="l" t="t" r="r" b="b"/>
            <a:pathLst>
              <a:path w="102234" h="335279">
                <a:moveTo>
                  <a:pt x="101895" y="335120"/>
                </a:moveTo>
                <a:lnTo>
                  <a:pt x="0" y="335120"/>
                </a:lnTo>
                <a:lnTo>
                  <a:pt x="0" y="0"/>
                </a:lnTo>
                <a:lnTo>
                  <a:pt x="101895" y="0"/>
                </a:lnTo>
                <a:lnTo>
                  <a:pt x="101895" y="335120"/>
                </a:lnTo>
                <a:close/>
              </a:path>
            </a:pathLst>
          </a:custGeom>
          <a:solidFill>
            <a:srgbClr val="F6F6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10963185" y="9121741"/>
            <a:ext cx="127635" cy="3244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50" spc="-120">
                <a:solidFill>
                  <a:srgbClr val="BDBAAF"/>
                </a:solidFill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2435684" y="9337073"/>
            <a:ext cx="26034" cy="416559"/>
          </a:xfrm>
          <a:custGeom>
            <a:avLst/>
            <a:gdLst/>
            <a:ahLst/>
            <a:cxnLst/>
            <a:rect l="l" t="t" r="r" b="b"/>
            <a:pathLst>
              <a:path w="26034" h="416559">
                <a:moveTo>
                  <a:pt x="25473" y="416526"/>
                </a:moveTo>
                <a:lnTo>
                  <a:pt x="0" y="416526"/>
                </a:lnTo>
                <a:lnTo>
                  <a:pt x="0" y="0"/>
                </a:lnTo>
                <a:lnTo>
                  <a:pt x="25473" y="0"/>
                </a:lnTo>
                <a:lnTo>
                  <a:pt x="25473" y="416526"/>
                </a:lnTo>
                <a:close/>
              </a:path>
            </a:pathLst>
          </a:custGeom>
          <a:solidFill>
            <a:srgbClr val="E4E2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3059799" y="9337073"/>
            <a:ext cx="26034" cy="416559"/>
          </a:xfrm>
          <a:custGeom>
            <a:avLst/>
            <a:gdLst/>
            <a:ahLst/>
            <a:cxnLst/>
            <a:rect l="l" t="t" r="r" b="b"/>
            <a:pathLst>
              <a:path w="26034" h="416559">
                <a:moveTo>
                  <a:pt x="25473" y="416526"/>
                </a:moveTo>
                <a:lnTo>
                  <a:pt x="0" y="416526"/>
                </a:lnTo>
                <a:lnTo>
                  <a:pt x="0" y="0"/>
                </a:lnTo>
                <a:lnTo>
                  <a:pt x="25473" y="0"/>
                </a:lnTo>
                <a:lnTo>
                  <a:pt x="25473" y="416526"/>
                </a:lnTo>
                <a:close/>
              </a:path>
            </a:pathLst>
          </a:custGeom>
          <a:solidFill>
            <a:srgbClr val="E4E2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13059790" y="9385931"/>
            <a:ext cx="110489" cy="40703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165"/>
              </a:lnSpc>
            </a:pPr>
            <a:r>
              <a:rPr dirty="0" sz="2850" spc="20">
                <a:solidFill>
                  <a:srgbClr val="BDBAAF"/>
                </a:solidFill>
                <a:latin typeface="Arial"/>
                <a:cs typeface="Arial"/>
              </a:rPr>
              <a:t>I</a:t>
            </a:r>
            <a:endParaRPr sz="2850"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3671171" y="9337073"/>
            <a:ext cx="38735" cy="416559"/>
          </a:xfrm>
          <a:custGeom>
            <a:avLst/>
            <a:gdLst/>
            <a:ahLst/>
            <a:cxnLst/>
            <a:rect l="l" t="t" r="r" b="b"/>
            <a:pathLst>
              <a:path w="38734" h="416559">
                <a:moveTo>
                  <a:pt x="38210" y="416526"/>
                </a:moveTo>
                <a:lnTo>
                  <a:pt x="0" y="416526"/>
                </a:lnTo>
                <a:lnTo>
                  <a:pt x="0" y="0"/>
                </a:lnTo>
                <a:lnTo>
                  <a:pt x="38210" y="0"/>
                </a:lnTo>
                <a:lnTo>
                  <a:pt x="38210" y="416526"/>
                </a:lnTo>
                <a:close/>
              </a:path>
            </a:pathLst>
          </a:custGeom>
          <a:solidFill>
            <a:srgbClr val="E4E2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4295280" y="9337073"/>
            <a:ext cx="26034" cy="416559"/>
          </a:xfrm>
          <a:custGeom>
            <a:avLst/>
            <a:gdLst/>
            <a:ahLst/>
            <a:cxnLst/>
            <a:rect l="l" t="t" r="r" b="b"/>
            <a:pathLst>
              <a:path w="26034" h="416559">
                <a:moveTo>
                  <a:pt x="25473" y="416526"/>
                </a:moveTo>
                <a:lnTo>
                  <a:pt x="0" y="416526"/>
                </a:lnTo>
                <a:lnTo>
                  <a:pt x="0" y="0"/>
                </a:lnTo>
                <a:lnTo>
                  <a:pt x="25473" y="0"/>
                </a:lnTo>
                <a:lnTo>
                  <a:pt x="25473" y="416526"/>
                </a:lnTo>
                <a:close/>
              </a:path>
            </a:pathLst>
          </a:custGeom>
          <a:solidFill>
            <a:srgbClr val="E4E2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14295273" y="9385931"/>
            <a:ext cx="110489" cy="40703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165"/>
              </a:lnSpc>
            </a:pPr>
            <a:r>
              <a:rPr dirty="0" sz="2850" spc="20">
                <a:solidFill>
                  <a:srgbClr val="BDBAAF"/>
                </a:solidFill>
                <a:latin typeface="Arial"/>
                <a:cs typeface="Arial"/>
              </a:rPr>
              <a:t>I</a:t>
            </a:r>
            <a:endParaRPr sz="285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4919390" y="9337073"/>
            <a:ext cx="26034" cy="416559"/>
          </a:xfrm>
          <a:custGeom>
            <a:avLst/>
            <a:gdLst/>
            <a:ahLst/>
            <a:cxnLst/>
            <a:rect l="l" t="t" r="r" b="b"/>
            <a:pathLst>
              <a:path w="26034" h="416559">
                <a:moveTo>
                  <a:pt x="25473" y="416526"/>
                </a:moveTo>
                <a:lnTo>
                  <a:pt x="0" y="416526"/>
                </a:lnTo>
                <a:lnTo>
                  <a:pt x="0" y="0"/>
                </a:lnTo>
                <a:lnTo>
                  <a:pt x="25473" y="0"/>
                </a:lnTo>
                <a:lnTo>
                  <a:pt x="25473" y="416526"/>
                </a:lnTo>
                <a:close/>
              </a:path>
            </a:pathLst>
          </a:custGeom>
          <a:solidFill>
            <a:srgbClr val="E4E2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5530762" y="9324306"/>
            <a:ext cx="38735" cy="429895"/>
          </a:xfrm>
          <a:custGeom>
            <a:avLst/>
            <a:gdLst/>
            <a:ahLst/>
            <a:cxnLst/>
            <a:rect l="l" t="t" r="r" b="b"/>
            <a:pathLst>
              <a:path w="38734" h="429895">
                <a:moveTo>
                  <a:pt x="38210" y="429292"/>
                </a:moveTo>
                <a:lnTo>
                  <a:pt x="0" y="429292"/>
                </a:lnTo>
                <a:lnTo>
                  <a:pt x="0" y="0"/>
                </a:lnTo>
                <a:lnTo>
                  <a:pt x="38210" y="0"/>
                </a:lnTo>
                <a:lnTo>
                  <a:pt x="38210" y="429292"/>
                </a:lnTo>
                <a:close/>
              </a:path>
            </a:pathLst>
          </a:custGeom>
          <a:solidFill>
            <a:srgbClr val="E4E2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15518054" y="9326000"/>
            <a:ext cx="135890" cy="46228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850" spc="20">
                <a:solidFill>
                  <a:srgbClr val="CFCCC1"/>
                </a:solidFill>
                <a:latin typeface="Arial"/>
                <a:cs typeface="Arial"/>
              </a:rPr>
              <a:t>I</a:t>
            </a:r>
            <a:endParaRPr sz="285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6157460" y="9389830"/>
            <a:ext cx="1245235" cy="247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50" spc="-75">
                <a:solidFill>
                  <a:srgbClr val="33312F"/>
                </a:solidFill>
                <a:latin typeface="Times New Roman"/>
                <a:cs typeface="Times New Roman"/>
              </a:rPr>
              <a:t>lsll</a:t>
            </a:r>
            <a:r>
              <a:rPr dirty="0" sz="1450" spc="-10">
                <a:solidFill>
                  <a:srgbClr val="33312F"/>
                </a:solidFill>
                <a:latin typeface="Times New Roman"/>
                <a:cs typeface="Times New Roman"/>
              </a:rPr>
              <a:t> </a:t>
            </a:r>
            <a:r>
              <a:rPr dirty="0" sz="1350" spc="-10">
                <a:solidFill>
                  <a:srgbClr val="21211C"/>
                </a:solidFill>
                <a:latin typeface="Arial"/>
                <a:cs typeface="Arial"/>
              </a:rPr>
              <a:t>NotebookLM</a:t>
            </a:r>
            <a:endParaRPr sz="135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12531828" y="9489689"/>
            <a:ext cx="280670" cy="264160"/>
          </a:xfrm>
          <a:custGeom>
            <a:avLst/>
            <a:gdLst/>
            <a:ahLst/>
            <a:cxnLst/>
            <a:rect l="l" t="t" r="r" b="b"/>
            <a:pathLst>
              <a:path w="280670" h="264159">
                <a:moveTo>
                  <a:pt x="280212" y="263909"/>
                </a:moveTo>
                <a:lnTo>
                  <a:pt x="0" y="263909"/>
                </a:lnTo>
                <a:lnTo>
                  <a:pt x="0" y="0"/>
                </a:lnTo>
                <a:lnTo>
                  <a:pt x="280212" y="0"/>
                </a:lnTo>
                <a:lnTo>
                  <a:pt x="280212" y="263909"/>
                </a:lnTo>
                <a:close/>
              </a:path>
            </a:pathLst>
          </a:custGeom>
          <a:solidFill>
            <a:srgbClr val="E4E2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2887724" y="9582587"/>
            <a:ext cx="649605" cy="172085"/>
          </a:xfrm>
          <a:custGeom>
            <a:avLst/>
            <a:gdLst/>
            <a:ahLst/>
            <a:cxnLst/>
            <a:rect l="l" t="t" r="r" b="b"/>
            <a:pathLst>
              <a:path w="649605" h="172084">
                <a:moveTo>
                  <a:pt x="649582" y="171856"/>
                </a:moveTo>
                <a:lnTo>
                  <a:pt x="0" y="171856"/>
                </a:lnTo>
                <a:lnTo>
                  <a:pt x="0" y="0"/>
                </a:lnTo>
                <a:lnTo>
                  <a:pt x="649582" y="0"/>
                </a:lnTo>
                <a:lnTo>
                  <a:pt x="649582" y="171856"/>
                </a:lnTo>
                <a:close/>
              </a:path>
            </a:pathLst>
          </a:custGeom>
          <a:solidFill>
            <a:srgbClr val="E4E2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12422983" y="9338766"/>
            <a:ext cx="1356360" cy="46228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850">
                <a:solidFill>
                  <a:srgbClr val="BDBAAF"/>
                </a:solidFill>
                <a:latin typeface="Arial"/>
                <a:cs typeface="Arial"/>
              </a:rPr>
              <a:t>I</a:t>
            </a:r>
            <a:r>
              <a:rPr dirty="0" sz="1700">
                <a:solidFill>
                  <a:srgbClr val="CFCCC1"/>
                </a:solidFill>
                <a:latin typeface="Times New Roman"/>
                <a:cs typeface="Times New Roman"/>
              </a:rPr>
              <a:t>n,d</a:t>
            </a:r>
            <a:r>
              <a:rPr dirty="0" sz="1700" spc="145">
                <a:solidFill>
                  <a:srgbClr val="CFCCC1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BDBAAF"/>
                </a:solidFill>
                <a:latin typeface="Times New Roman"/>
                <a:cs typeface="Times New Roman"/>
              </a:rPr>
              <a:t>111</a:t>
            </a:r>
            <a:r>
              <a:rPr dirty="0" sz="1000" spc="160">
                <a:solidFill>
                  <a:srgbClr val="BDBAAF"/>
                </a:solidFill>
                <a:latin typeface="Times New Roman"/>
                <a:cs typeface="Times New Roman"/>
              </a:rPr>
              <a:t> </a:t>
            </a:r>
            <a:r>
              <a:rPr dirty="0" sz="1000" spc="85">
                <a:solidFill>
                  <a:srgbClr val="CFCCC1"/>
                </a:solidFill>
                <a:latin typeface="Times New Roman"/>
                <a:cs typeface="Times New Roman"/>
              </a:rPr>
              <a:t>111d11</a:t>
            </a:r>
            <a:r>
              <a:rPr dirty="0" sz="1000" spc="140">
                <a:solidFill>
                  <a:srgbClr val="CFCCC1"/>
                </a:solidFill>
                <a:latin typeface="Times New Roman"/>
                <a:cs typeface="Times New Roman"/>
              </a:rPr>
              <a:t>  </a:t>
            </a:r>
            <a:r>
              <a:rPr dirty="0" sz="2850" spc="-50">
                <a:solidFill>
                  <a:srgbClr val="CFCCC1"/>
                </a:solidFill>
                <a:latin typeface="Arial"/>
                <a:cs typeface="Arial"/>
              </a:rPr>
              <a:t>I</a:t>
            </a:r>
            <a:endParaRPr sz="2850">
              <a:latin typeface="Arial"/>
              <a:cs typeface="Arial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13753834" y="9582587"/>
            <a:ext cx="1146810" cy="172085"/>
          </a:xfrm>
          <a:custGeom>
            <a:avLst/>
            <a:gdLst/>
            <a:ahLst/>
            <a:cxnLst/>
            <a:rect l="l" t="t" r="r" b="b"/>
            <a:pathLst>
              <a:path w="1146809" h="172084">
                <a:moveTo>
                  <a:pt x="1146322" y="171856"/>
                </a:moveTo>
                <a:lnTo>
                  <a:pt x="0" y="171856"/>
                </a:lnTo>
                <a:lnTo>
                  <a:pt x="0" y="0"/>
                </a:lnTo>
                <a:lnTo>
                  <a:pt x="1146322" y="0"/>
                </a:lnTo>
                <a:lnTo>
                  <a:pt x="1146322" y="171856"/>
                </a:lnTo>
                <a:close/>
              </a:path>
            </a:pathLst>
          </a:custGeom>
          <a:solidFill>
            <a:srgbClr val="E4E2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13741133" y="9574940"/>
            <a:ext cx="119951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>
                <a:solidFill>
                  <a:srgbClr val="BDBAAF"/>
                </a:solidFill>
                <a:latin typeface="Times New Roman"/>
                <a:cs typeface="Times New Roman"/>
              </a:rPr>
              <a:t>111111111</a:t>
            </a:r>
            <a:r>
              <a:rPr dirty="0" sz="1000" spc="175">
                <a:solidFill>
                  <a:srgbClr val="BDBAAF"/>
                </a:solidFill>
                <a:latin typeface="Times New Roman"/>
                <a:cs typeface="Times New Roman"/>
              </a:rPr>
              <a:t> </a:t>
            </a:r>
            <a:r>
              <a:rPr dirty="0" sz="1000" spc="65">
                <a:solidFill>
                  <a:srgbClr val="BDBAAF"/>
                </a:solidFill>
                <a:latin typeface="Times New Roman"/>
                <a:cs typeface="Times New Roman"/>
              </a:rPr>
              <a:t>111,I</a:t>
            </a:r>
            <a:r>
              <a:rPr dirty="0" sz="1000" spc="215">
                <a:solidFill>
                  <a:srgbClr val="BDBAAF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BDBAAF"/>
                </a:solidFill>
                <a:latin typeface="Times New Roman"/>
                <a:cs typeface="Times New Roman"/>
              </a:rPr>
              <a:t>111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5065737" y="9582587"/>
            <a:ext cx="459105" cy="172085"/>
          </a:xfrm>
          <a:custGeom>
            <a:avLst/>
            <a:gdLst/>
            <a:ahLst/>
            <a:cxnLst/>
            <a:rect l="l" t="t" r="r" b="b"/>
            <a:pathLst>
              <a:path w="459105" h="172084">
                <a:moveTo>
                  <a:pt x="458529" y="171856"/>
                </a:moveTo>
                <a:lnTo>
                  <a:pt x="0" y="171856"/>
                </a:lnTo>
                <a:lnTo>
                  <a:pt x="0" y="0"/>
                </a:lnTo>
                <a:lnTo>
                  <a:pt x="458529" y="0"/>
                </a:lnTo>
                <a:lnTo>
                  <a:pt x="458529" y="171856"/>
                </a:lnTo>
                <a:close/>
              </a:path>
            </a:pathLst>
          </a:custGeom>
          <a:solidFill>
            <a:srgbClr val="E4E2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14906688" y="9338766"/>
            <a:ext cx="655955" cy="46228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850" spc="70">
                <a:solidFill>
                  <a:srgbClr val="BDBAAF"/>
                </a:solidFill>
                <a:latin typeface="Arial"/>
                <a:cs typeface="Arial"/>
              </a:rPr>
              <a:t>I</a:t>
            </a:r>
            <a:r>
              <a:rPr dirty="0" sz="2850" spc="-500">
                <a:solidFill>
                  <a:srgbClr val="BDBAA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CFCCC1"/>
                </a:solidFill>
                <a:latin typeface="Times New Roman"/>
                <a:cs typeface="Times New Roman"/>
              </a:rPr>
              <a:t>11</a:t>
            </a:r>
            <a:r>
              <a:rPr dirty="0" sz="1000" spc="140">
                <a:solidFill>
                  <a:srgbClr val="CFCCC1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BDBAAF"/>
                </a:solidFill>
                <a:latin typeface="Times New Roman"/>
                <a:cs typeface="Times New Roman"/>
              </a:rPr>
              <a:t>11111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15616380" y="9609130"/>
            <a:ext cx="102235" cy="137795"/>
          </a:xfrm>
          <a:custGeom>
            <a:avLst/>
            <a:gdLst/>
            <a:ahLst/>
            <a:cxnLst/>
            <a:rect l="l" t="t" r="r" b="b"/>
            <a:pathLst>
              <a:path w="102234" h="137795">
                <a:moveTo>
                  <a:pt x="101895" y="137485"/>
                </a:moveTo>
                <a:lnTo>
                  <a:pt x="0" y="137485"/>
                </a:lnTo>
                <a:lnTo>
                  <a:pt x="0" y="0"/>
                </a:lnTo>
                <a:lnTo>
                  <a:pt x="101895" y="0"/>
                </a:lnTo>
                <a:lnTo>
                  <a:pt x="101895" y="137485"/>
                </a:lnTo>
                <a:close/>
              </a:path>
            </a:pathLst>
          </a:custGeom>
          <a:solidFill>
            <a:srgbClr val="E4E2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15812107" y="9489689"/>
            <a:ext cx="153035" cy="264160"/>
          </a:xfrm>
          <a:custGeom>
            <a:avLst/>
            <a:gdLst/>
            <a:ahLst/>
            <a:cxnLst/>
            <a:rect l="l" t="t" r="r" b="b"/>
            <a:pathLst>
              <a:path w="153034" h="264159">
                <a:moveTo>
                  <a:pt x="152843" y="263909"/>
                </a:moveTo>
                <a:lnTo>
                  <a:pt x="0" y="263909"/>
                </a:lnTo>
                <a:lnTo>
                  <a:pt x="0" y="0"/>
                </a:lnTo>
                <a:lnTo>
                  <a:pt x="152843" y="0"/>
                </a:lnTo>
                <a:lnTo>
                  <a:pt x="152843" y="263909"/>
                </a:lnTo>
                <a:close/>
              </a:path>
            </a:pathLst>
          </a:custGeom>
          <a:solidFill>
            <a:srgbClr val="E4E2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16048187" y="9589223"/>
            <a:ext cx="777240" cy="165735"/>
          </a:xfrm>
          <a:custGeom>
            <a:avLst/>
            <a:gdLst/>
            <a:ahLst/>
            <a:cxnLst/>
            <a:rect l="l" t="t" r="r" b="b"/>
            <a:pathLst>
              <a:path w="777240" h="165734">
                <a:moveTo>
                  <a:pt x="776952" y="165454"/>
                </a:moveTo>
                <a:lnTo>
                  <a:pt x="0" y="165454"/>
                </a:lnTo>
                <a:lnTo>
                  <a:pt x="0" y="0"/>
                </a:lnTo>
                <a:lnTo>
                  <a:pt x="776952" y="0"/>
                </a:lnTo>
                <a:lnTo>
                  <a:pt x="776952" y="165454"/>
                </a:lnTo>
                <a:close/>
              </a:path>
            </a:pathLst>
          </a:custGeom>
          <a:solidFill>
            <a:srgbClr val="E4E2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15603677" y="9485576"/>
            <a:ext cx="1277620" cy="2863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>
                <a:solidFill>
                  <a:srgbClr val="CFCCC1"/>
                </a:solidFill>
                <a:latin typeface="Times New Roman"/>
                <a:cs typeface="Times New Roman"/>
              </a:rPr>
              <a:t>11</a:t>
            </a:r>
            <a:r>
              <a:rPr dirty="0" sz="800" spc="155">
                <a:solidFill>
                  <a:srgbClr val="CFCCC1"/>
                </a:solidFill>
                <a:latin typeface="Times New Roman"/>
                <a:cs typeface="Times New Roman"/>
              </a:rPr>
              <a:t>  </a:t>
            </a:r>
            <a:r>
              <a:rPr dirty="0" sz="1700">
                <a:solidFill>
                  <a:srgbClr val="BDBAAF"/>
                </a:solidFill>
                <a:latin typeface="Times New Roman"/>
                <a:cs typeface="Times New Roman"/>
              </a:rPr>
              <a:t>di</a:t>
            </a:r>
            <a:r>
              <a:rPr dirty="0" sz="1700" spc="40">
                <a:solidFill>
                  <a:srgbClr val="BDBAAF"/>
                </a:solidFill>
                <a:latin typeface="Times New Roman"/>
                <a:cs typeface="Times New Roman"/>
              </a:rPr>
              <a:t> </a:t>
            </a:r>
            <a:r>
              <a:rPr dirty="0" sz="950" spc="-25">
                <a:solidFill>
                  <a:srgbClr val="CFCCC1"/>
                </a:solidFill>
                <a:latin typeface="Arial"/>
                <a:cs typeface="Arial"/>
              </a:rPr>
              <a:t>111111111</a:t>
            </a:r>
            <a:r>
              <a:rPr dirty="0" sz="950" spc="145">
                <a:solidFill>
                  <a:srgbClr val="CFCCC1"/>
                </a:solidFill>
                <a:latin typeface="Arial"/>
                <a:cs typeface="Arial"/>
              </a:rPr>
              <a:t> </a:t>
            </a:r>
            <a:r>
              <a:rPr dirty="0" sz="950" spc="-25">
                <a:solidFill>
                  <a:srgbClr val="BDBAAF"/>
                </a:solidFill>
                <a:latin typeface="Arial"/>
                <a:cs typeface="Arial"/>
              </a:rPr>
              <a:t>111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67170" y="2093912"/>
            <a:ext cx="12329337" cy="390644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876716" y="2476896"/>
            <a:ext cx="534950" cy="45958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183014" y="5183319"/>
            <a:ext cx="1579378" cy="91916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246391" y="5157787"/>
            <a:ext cx="1350112" cy="53617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6421" y="8017404"/>
            <a:ext cx="1146322" cy="127661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456100" y="8528050"/>
            <a:ext cx="993479" cy="74043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20848" y="9447212"/>
            <a:ext cx="891584" cy="20425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8750263" y="76861"/>
            <a:ext cx="0" cy="408940"/>
          </a:xfrm>
          <a:custGeom>
            <a:avLst/>
            <a:gdLst/>
            <a:ahLst/>
            <a:cxnLst/>
            <a:rect l="l" t="t" r="r" b="b"/>
            <a:pathLst>
              <a:path w="0" h="408940">
                <a:moveTo>
                  <a:pt x="0" y="408516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0336009" y="5464173"/>
            <a:ext cx="114935" cy="434340"/>
          </a:xfrm>
          <a:custGeom>
            <a:avLst/>
            <a:gdLst/>
            <a:ahLst/>
            <a:cxnLst/>
            <a:rect l="l" t="t" r="r" b="b"/>
            <a:pathLst>
              <a:path w="114934" h="434339">
                <a:moveTo>
                  <a:pt x="0" y="0"/>
                </a:moveTo>
                <a:lnTo>
                  <a:pt x="114632" y="0"/>
                </a:lnTo>
                <a:lnTo>
                  <a:pt x="114632" y="434048"/>
                </a:lnTo>
                <a:lnTo>
                  <a:pt x="0" y="4340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1144804" y="5183318"/>
            <a:ext cx="0" cy="741045"/>
          </a:xfrm>
          <a:custGeom>
            <a:avLst/>
            <a:gdLst/>
            <a:ahLst/>
            <a:cxnLst/>
            <a:rect l="l" t="t" r="r" b="b"/>
            <a:pathLst>
              <a:path w="0" h="741045">
                <a:moveTo>
                  <a:pt x="0" y="740436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2940710" y="5183318"/>
            <a:ext cx="0" cy="741045"/>
          </a:xfrm>
          <a:custGeom>
            <a:avLst/>
            <a:gdLst/>
            <a:ahLst/>
            <a:cxnLst/>
            <a:rect l="l" t="t" r="r" b="b"/>
            <a:pathLst>
              <a:path w="0" h="741045">
                <a:moveTo>
                  <a:pt x="0" y="740436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5265196" y="2936477"/>
            <a:ext cx="114935" cy="2962275"/>
          </a:xfrm>
          <a:custGeom>
            <a:avLst/>
            <a:gdLst/>
            <a:ahLst/>
            <a:cxnLst/>
            <a:rect l="l" t="t" r="r" b="b"/>
            <a:pathLst>
              <a:path w="114934" h="2962275">
                <a:moveTo>
                  <a:pt x="0" y="0"/>
                </a:moveTo>
                <a:lnTo>
                  <a:pt x="114632" y="0"/>
                </a:lnTo>
                <a:lnTo>
                  <a:pt x="114632" y="2961744"/>
                </a:lnTo>
                <a:lnTo>
                  <a:pt x="0" y="296174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6354204" y="8553579"/>
            <a:ext cx="0" cy="842644"/>
          </a:xfrm>
          <a:custGeom>
            <a:avLst/>
            <a:gdLst/>
            <a:ahLst/>
            <a:cxnLst/>
            <a:rect l="l" t="t" r="r" b="b"/>
            <a:pathLst>
              <a:path w="0" h="842645">
                <a:moveTo>
                  <a:pt x="0" y="842565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7131155" y="255587"/>
            <a:ext cx="0" cy="8272780"/>
          </a:xfrm>
          <a:custGeom>
            <a:avLst/>
            <a:gdLst/>
            <a:ahLst/>
            <a:cxnLst/>
            <a:rect l="l" t="t" r="r" b="b"/>
            <a:pathLst>
              <a:path w="0" h="8272780">
                <a:moveTo>
                  <a:pt x="0" y="8272459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1437753" y="2476896"/>
            <a:ext cx="3439160" cy="128270"/>
          </a:xfrm>
          <a:custGeom>
            <a:avLst/>
            <a:gdLst/>
            <a:ahLst/>
            <a:cxnLst/>
            <a:rect l="l" t="t" r="r" b="b"/>
            <a:pathLst>
              <a:path w="3439159" h="128269">
                <a:moveTo>
                  <a:pt x="0" y="0"/>
                </a:moveTo>
                <a:lnTo>
                  <a:pt x="3438968" y="0"/>
                </a:lnTo>
                <a:lnTo>
                  <a:pt x="3438968" y="127661"/>
                </a:lnTo>
                <a:lnTo>
                  <a:pt x="0" y="12766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4596509" y="3242864"/>
            <a:ext cx="662940" cy="0"/>
          </a:xfrm>
          <a:custGeom>
            <a:avLst/>
            <a:gdLst/>
            <a:ahLst/>
            <a:cxnLst/>
            <a:rect l="l" t="t" r="r" b="b"/>
            <a:pathLst>
              <a:path w="662940" h="0">
                <a:moveTo>
                  <a:pt x="0" y="0"/>
                </a:moveTo>
                <a:lnTo>
                  <a:pt x="662319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0851855" y="4736503"/>
            <a:ext cx="4407535" cy="0"/>
          </a:xfrm>
          <a:custGeom>
            <a:avLst/>
            <a:gdLst/>
            <a:ahLst/>
            <a:cxnLst/>
            <a:rect l="l" t="t" r="r" b="b"/>
            <a:pathLst>
              <a:path w="4407534" h="0">
                <a:moveTo>
                  <a:pt x="0" y="0"/>
                </a:moveTo>
                <a:lnTo>
                  <a:pt x="4406974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2762393" y="5910988"/>
            <a:ext cx="2446020" cy="128270"/>
          </a:xfrm>
          <a:custGeom>
            <a:avLst/>
            <a:gdLst/>
            <a:ahLst/>
            <a:cxnLst/>
            <a:rect l="l" t="t" r="r" b="b"/>
            <a:pathLst>
              <a:path w="2446019" h="128270">
                <a:moveTo>
                  <a:pt x="0" y="0"/>
                </a:moveTo>
                <a:lnTo>
                  <a:pt x="2445489" y="0"/>
                </a:lnTo>
                <a:lnTo>
                  <a:pt x="2445489" y="127661"/>
                </a:lnTo>
                <a:lnTo>
                  <a:pt x="0" y="12766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0520695" y="5930137"/>
            <a:ext cx="662940" cy="114935"/>
          </a:xfrm>
          <a:custGeom>
            <a:avLst/>
            <a:gdLst/>
            <a:ahLst/>
            <a:cxnLst/>
            <a:rect l="l" t="t" r="r" b="b"/>
            <a:pathLst>
              <a:path w="662940" h="114935">
                <a:moveTo>
                  <a:pt x="0" y="0"/>
                </a:moveTo>
                <a:lnTo>
                  <a:pt x="662320" y="0"/>
                </a:lnTo>
                <a:lnTo>
                  <a:pt x="662320" y="114895"/>
                </a:lnTo>
                <a:lnTo>
                  <a:pt x="0" y="11489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05686" y="9357846"/>
            <a:ext cx="993775" cy="0"/>
          </a:xfrm>
          <a:custGeom>
            <a:avLst/>
            <a:gdLst/>
            <a:ahLst/>
            <a:cxnLst/>
            <a:rect l="l" t="t" r="r" b="b"/>
            <a:pathLst>
              <a:path w="993775" h="0">
                <a:moveTo>
                  <a:pt x="0" y="0"/>
                </a:moveTo>
                <a:lnTo>
                  <a:pt x="993479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6328730" y="9357846"/>
            <a:ext cx="866140" cy="0"/>
          </a:xfrm>
          <a:custGeom>
            <a:avLst/>
            <a:gdLst/>
            <a:ahLst/>
            <a:cxnLst/>
            <a:rect l="l" t="t" r="r" b="b"/>
            <a:pathLst>
              <a:path w="866140" h="0">
                <a:moveTo>
                  <a:pt x="0" y="0"/>
                </a:moveTo>
                <a:lnTo>
                  <a:pt x="866110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3216794" y="9370612"/>
            <a:ext cx="921385" cy="0"/>
          </a:xfrm>
          <a:custGeom>
            <a:avLst/>
            <a:gdLst/>
            <a:ahLst/>
            <a:cxnLst/>
            <a:rect l="l" t="t" r="r" b="b"/>
            <a:pathLst>
              <a:path w="921384" h="0">
                <a:moveTo>
                  <a:pt x="0" y="0"/>
                </a:moveTo>
                <a:lnTo>
                  <a:pt x="921185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9796200" y="34090"/>
            <a:ext cx="76835" cy="369570"/>
          </a:xfrm>
          <a:custGeom>
            <a:avLst/>
            <a:gdLst/>
            <a:ahLst/>
            <a:cxnLst/>
            <a:rect l="l" t="t" r="r" b="b"/>
            <a:pathLst>
              <a:path w="76834" h="369570">
                <a:moveTo>
                  <a:pt x="76421" y="369491"/>
                </a:moveTo>
                <a:lnTo>
                  <a:pt x="0" y="369491"/>
                </a:lnTo>
                <a:lnTo>
                  <a:pt x="0" y="0"/>
                </a:lnTo>
                <a:lnTo>
                  <a:pt x="76421" y="0"/>
                </a:lnTo>
                <a:lnTo>
                  <a:pt x="76421" y="369491"/>
                </a:lnTo>
                <a:close/>
              </a:path>
            </a:pathLst>
          </a:custGeom>
          <a:solidFill>
            <a:srgbClr val="F6F4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9783499" y="32247"/>
            <a:ext cx="114300" cy="3549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50" spc="-50">
                <a:solidFill>
                  <a:srgbClr val="BDBAAF"/>
                </a:solidFill>
                <a:latin typeface="Times New Roman"/>
                <a:cs typeface="Times New Roman"/>
              </a:rPr>
              <a:t>-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127360" y="34090"/>
            <a:ext cx="407670" cy="369570"/>
          </a:xfrm>
          <a:prstGeom prst="rect">
            <a:avLst/>
          </a:prstGeom>
          <a:solidFill>
            <a:srgbClr val="F6F4E8"/>
          </a:solidFill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150">
                <a:solidFill>
                  <a:srgbClr val="CDCABF"/>
                </a:solidFill>
                <a:latin typeface="Times New Roman"/>
                <a:cs typeface="Times New Roman"/>
              </a:rPr>
              <a:t>-</a:t>
            </a:r>
            <a:r>
              <a:rPr dirty="0" sz="2150" spc="350">
                <a:solidFill>
                  <a:srgbClr val="CDCABF"/>
                </a:solidFill>
                <a:latin typeface="Times New Roman"/>
                <a:cs typeface="Times New Roman"/>
              </a:rPr>
              <a:t> </a:t>
            </a:r>
            <a:r>
              <a:rPr dirty="0" sz="2150" spc="-30">
                <a:solidFill>
                  <a:srgbClr val="CDCABF"/>
                </a:solidFill>
                <a:latin typeface="Times New Roman"/>
                <a:cs typeface="Times New Roman"/>
              </a:rPr>
              <a:t>-</a:t>
            </a:r>
            <a:r>
              <a:rPr dirty="0" sz="2150" spc="-50">
                <a:solidFill>
                  <a:srgbClr val="CDCABF"/>
                </a:solidFill>
                <a:latin typeface="Times New Roman"/>
                <a:cs typeface="Times New Roman"/>
              </a:rPr>
              <a:t>-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947999" y="34090"/>
            <a:ext cx="203835" cy="369570"/>
          </a:xfrm>
          <a:prstGeom prst="rect">
            <a:avLst/>
          </a:prstGeom>
          <a:solidFill>
            <a:srgbClr val="F6F4E8"/>
          </a:solidFill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150" spc="35">
                <a:solidFill>
                  <a:srgbClr val="BDBAAF"/>
                </a:solidFill>
                <a:latin typeface="Times New Roman"/>
                <a:cs typeface="Times New Roman"/>
              </a:rPr>
              <a:t>J.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574894" y="581190"/>
            <a:ext cx="10346055" cy="952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50" spc="280" b="1">
                <a:solidFill>
                  <a:srgbClr val="21211C"/>
                </a:solidFill>
                <a:latin typeface="Arial"/>
                <a:cs typeface="Arial"/>
              </a:rPr>
              <a:t>The</a:t>
            </a:r>
            <a:r>
              <a:rPr dirty="0" sz="6050" spc="-395" b="1">
                <a:solidFill>
                  <a:srgbClr val="21211C"/>
                </a:solidFill>
                <a:latin typeface="Arial"/>
                <a:cs typeface="Arial"/>
              </a:rPr>
              <a:t> </a:t>
            </a:r>
            <a:r>
              <a:rPr dirty="0" sz="6050" spc="90" b="1">
                <a:solidFill>
                  <a:srgbClr val="21211C"/>
                </a:solidFill>
                <a:latin typeface="Arial"/>
                <a:cs typeface="Arial"/>
              </a:rPr>
              <a:t>Product:</a:t>
            </a:r>
            <a:r>
              <a:rPr dirty="0" sz="6050" spc="-130" b="1">
                <a:solidFill>
                  <a:srgbClr val="21211C"/>
                </a:solidFill>
                <a:latin typeface="Arial"/>
                <a:cs typeface="Arial"/>
              </a:rPr>
              <a:t> </a:t>
            </a:r>
            <a:r>
              <a:rPr dirty="0" sz="6050" spc="125" b="1">
                <a:solidFill>
                  <a:srgbClr val="21211C"/>
                </a:solidFill>
                <a:latin typeface="Arial"/>
                <a:cs typeface="Arial"/>
              </a:rPr>
              <a:t>GitHub</a:t>
            </a:r>
            <a:r>
              <a:rPr dirty="0" sz="6050" spc="-155" b="1">
                <a:solidFill>
                  <a:srgbClr val="21211C"/>
                </a:solidFill>
                <a:latin typeface="Arial"/>
                <a:cs typeface="Arial"/>
              </a:rPr>
              <a:t> </a:t>
            </a:r>
            <a:r>
              <a:rPr dirty="0" sz="6050" spc="125" b="1">
                <a:solidFill>
                  <a:srgbClr val="21211C"/>
                </a:solidFill>
                <a:latin typeface="Arial"/>
                <a:cs typeface="Arial"/>
              </a:rPr>
              <a:t>Pages</a:t>
            </a:r>
            <a:endParaRPr sz="60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1201558" y="4213158"/>
            <a:ext cx="978535" cy="2863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10870" algn="l"/>
              </a:tabLst>
            </a:pPr>
            <a:r>
              <a:rPr dirty="0" sz="1700" spc="-25">
                <a:solidFill>
                  <a:srgbClr val="95A7B5"/>
                </a:solidFill>
                <a:latin typeface="Arial"/>
                <a:cs typeface="Arial"/>
              </a:rPr>
              <a:t>.,</a:t>
            </a:r>
            <a:r>
              <a:rPr dirty="0" u="heavy" sz="1700">
                <a:solidFill>
                  <a:srgbClr val="95A7B5"/>
                </a:solidFill>
                <a:uFill>
                  <a:solidFill>
                    <a:srgbClr val="94A6B4"/>
                  </a:solidFill>
                </a:uFill>
                <a:latin typeface="Arial"/>
                <a:cs typeface="Arial"/>
              </a:rPr>
              <a:t>	</a:t>
            </a:r>
            <a:r>
              <a:rPr dirty="0" u="none" sz="1700" spc="-110">
                <a:solidFill>
                  <a:srgbClr val="95A7B5"/>
                </a:solidFill>
                <a:latin typeface="Arial"/>
                <a:cs typeface="Arial"/>
              </a:rPr>
              <a:t>._=.I</a:t>
            </a:r>
            <a:endParaRPr sz="17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2333016" y="4213158"/>
            <a:ext cx="1169035" cy="2863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heavy" sz="1700" b="1">
                <a:solidFill>
                  <a:srgbClr val="0A549E"/>
                </a:solidFill>
                <a:uFill>
                  <a:solidFill>
                    <a:srgbClr val="7C95AC"/>
                  </a:solidFill>
                </a:uFill>
                <a:latin typeface="Arial"/>
                <a:cs typeface="Arial"/>
              </a:rPr>
              <a:t>041</a:t>
            </a:r>
            <a:r>
              <a:rPr dirty="0" u="heavy" sz="1700" b="1">
                <a:solidFill>
                  <a:srgbClr val="3370A8"/>
                </a:solidFill>
                <a:uFill>
                  <a:solidFill>
                    <a:srgbClr val="7C95AC"/>
                  </a:solidFill>
                </a:uFill>
                <a:latin typeface="Arial"/>
                <a:cs typeface="Arial"/>
              </a:rPr>
              <a:t>·</a:t>
            </a:r>
            <a:r>
              <a:rPr dirty="0" u="heavy" sz="1700" b="1">
                <a:solidFill>
                  <a:srgbClr val="0A549E"/>
                </a:solidFill>
                <a:uFill>
                  <a:solidFill>
                    <a:srgbClr val="7C95AC"/>
                  </a:solidFill>
                </a:uFill>
                <a:latin typeface="Arial"/>
                <a:cs typeface="Arial"/>
              </a:rPr>
              <a:t>8</a:t>
            </a:r>
            <a:r>
              <a:rPr dirty="0" u="heavy" sz="1700" spc="105" b="1">
                <a:solidFill>
                  <a:srgbClr val="0A549E"/>
                </a:solidFill>
                <a:uFill>
                  <a:solidFill>
                    <a:srgbClr val="7C95AC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650" spc="-250">
                <a:solidFill>
                  <a:srgbClr val="7C95AC"/>
                </a:solidFill>
                <a:uFill>
                  <a:solidFill>
                    <a:srgbClr val="7C95AC"/>
                  </a:solidFill>
                </a:uFill>
                <a:latin typeface="Arial"/>
                <a:cs typeface="Arial"/>
              </a:rPr>
              <a:t>&lt;</a:t>
            </a:r>
            <a:r>
              <a:rPr dirty="0" u="none" sz="1650" spc="80">
                <a:solidFill>
                  <a:srgbClr val="7C95AC"/>
                </a:solidFill>
                <a:latin typeface="Arial"/>
                <a:cs typeface="Arial"/>
              </a:rPr>
              <a:t> </a:t>
            </a:r>
            <a:r>
              <a:rPr dirty="0" u="heavy" sz="950">
                <a:solidFill>
                  <a:srgbClr val="7C95AC"/>
                </a:solidFill>
                <a:uFill>
                  <a:solidFill>
                    <a:srgbClr val="7C95AC"/>
                  </a:solidFill>
                </a:uFill>
                <a:latin typeface="Arial"/>
                <a:cs typeface="Arial"/>
              </a:rPr>
              <a:t>o.-..,</a:t>
            </a:r>
            <a:r>
              <a:rPr dirty="0" u="heavy" sz="950" spc="80">
                <a:solidFill>
                  <a:srgbClr val="7C95AC"/>
                </a:solidFill>
                <a:uFill>
                  <a:solidFill>
                    <a:srgbClr val="7C95AC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950" spc="-50">
                <a:solidFill>
                  <a:srgbClr val="7C95AC"/>
                </a:solidFill>
                <a:uFill>
                  <a:solidFill>
                    <a:srgbClr val="7C95AC"/>
                  </a:solidFill>
                </a:uFill>
                <a:latin typeface="Arial"/>
                <a:cs typeface="Arial"/>
              </a:rPr>
              <a:t>)</a:t>
            </a:r>
            <a:r>
              <a:rPr dirty="0" u="heavy" sz="950" spc="500">
                <a:solidFill>
                  <a:srgbClr val="7C95AC"/>
                </a:solidFill>
                <a:uFill>
                  <a:solidFill>
                    <a:srgbClr val="7C95AC"/>
                  </a:solidFill>
                </a:uFill>
                <a:latin typeface="Arial"/>
                <a:cs typeface="Arial"/>
              </a:rPr>
              <a:t> </a:t>
            </a:r>
            <a:endParaRPr sz="9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4904580" y="4315287"/>
            <a:ext cx="348615" cy="3778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55270" algn="l"/>
              </a:tabLst>
            </a:pPr>
            <a:r>
              <a:rPr dirty="0" u="sng" sz="2300">
                <a:solidFill>
                  <a:srgbClr val="7C95AC"/>
                </a:solidFill>
                <a:uFill>
                  <a:solidFill>
                    <a:srgbClr val="94A6B4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none" sz="2300" spc="-335">
                <a:solidFill>
                  <a:srgbClr val="7C95AC"/>
                </a:solidFill>
                <a:latin typeface="Times New Roman"/>
                <a:cs typeface="Times New Roman"/>
              </a:rPr>
              <a:t>J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479448" y="4825934"/>
            <a:ext cx="1644014" cy="5924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700" spc="40" b="1">
                <a:solidFill>
                  <a:srgbClr val="B55921"/>
                </a:solidFill>
                <a:latin typeface="Times New Roman"/>
                <a:cs typeface="Times New Roman"/>
              </a:rPr>
              <a:t>Hosting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1130065" y="4915296"/>
            <a:ext cx="95504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40">
                <a:solidFill>
                  <a:srgbClr val="6E7977"/>
                </a:solidFill>
                <a:latin typeface="Times New Roman"/>
                <a:cs typeface="Times New Roman"/>
              </a:rPr>
              <a:t>Project</a:t>
            </a:r>
            <a:r>
              <a:rPr dirty="0" sz="1000" spc="-135">
                <a:solidFill>
                  <a:srgbClr val="6E7977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6E7977"/>
                </a:solidFill>
                <a:latin typeface="Times New Roman"/>
                <a:cs typeface="Times New Roman"/>
              </a:rPr>
              <a:t>S</a:t>
            </a:r>
            <a:r>
              <a:rPr dirty="0" sz="1000" spc="-10">
                <a:solidFill>
                  <a:srgbClr val="545954"/>
                </a:solidFill>
                <a:latin typeface="Times New Roman"/>
                <a:cs typeface="Times New Roman"/>
              </a:rPr>
              <a:t>h</a:t>
            </a:r>
            <a:r>
              <a:rPr dirty="0" sz="1000" spc="-10">
                <a:solidFill>
                  <a:srgbClr val="6E7977"/>
                </a:solidFill>
                <a:latin typeface="Times New Roman"/>
                <a:cs typeface="Times New Roman"/>
              </a:rPr>
              <a:t>owcase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486585" y="7502100"/>
            <a:ext cx="1082675" cy="591820"/>
          </a:xfrm>
          <a:custGeom>
            <a:avLst/>
            <a:gdLst/>
            <a:ahLst/>
            <a:cxnLst/>
            <a:rect l="l" t="t" r="r" b="b"/>
            <a:pathLst>
              <a:path w="1082675" h="591820">
                <a:moveTo>
                  <a:pt x="1082638" y="591590"/>
                </a:moveTo>
                <a:lnTo>
                  <a:pt x="0" y="591590"/>
                </a:lnTo>
                <a:lnTo>
                  <a:pt x="0" y="0"/>
                </a:lnTo>
                <a:lnTo>
                  <a:pt x="1082638" y="0"/>
                </a:lnTo>
                <a:lnTo>
                  <a:pt x="1082638" y="591590"/>
                </a:lnTo>
                <a:close/>
              </a:path>
            </a:pathLst>
          </a:custGeom>
          <a:solidFill>
            <a:srgbClr val="C654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1473771" y="6594446"/>
            <a:ext cx="14743430" cy="1457960"/>
          </a:xfrm>
          <a:prstGeom prst="rect">
            <a:avLst/>
          </a:prstGeom>
        </p:spPr>
        <p:txBody>
          <a:bodyPr wrap="square" lIns="0" tIns="1993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70"/>
              </a:spcBef>
            </a:pPr>
            <a:r>
              <a:rPr dirty="0" sz="3700" spc="-270">
                <a:solidFill>
                  <a:srgbClr val="0A0A08"/>
                </a:solidFill>
                <a:latin typeface="Times New Roman"/>
                <a:cs typeface="Times New Roman"/>
              </a:rPr>
              <a:t>A</a:t>
            </a:r>
            <a:r>
              <a:rPr dirty="0" sz="3700" spc="-220">
                <a:solidFill>
                  <a:srgbClr val="0A0A08"/>
                </a:solidFill>
                <a:latin typeface="Times New Roman"/>
                <a:cs typeface="Times New Roman"/>
              </a:rPr>
              <a:t> </a:t>
            </a:r>
            <a:r>
              <a:rPr dirty="0" sz="3700" spc="90">
                <a:solidFill>
                  <a:srgbClr val="0A0A08"/>
                </a:solidFill>
                <a:latin typeface="Times New Roman"/>
                <a:cs typeface="Times New Roman"/>
              </a:rPr>
              <a:t>repository</a:t>
            </a:r>
            <a:r>
              <a:rPr dirty="0" sz="3700" spc="5">
                <a:solidFill>
                  <a:srgbClr val="0A0A08"/>
                </a:solidFill>
                <a:latin typeface="Times New Roman"/>
                <a:cs typeface="Times New Roman"/>
              </a:rPr>
              <a:t> </a:t>
            </a:r>
            <a:r>
              <a:rPr dirty="0" sz="3700" spc="120">
                <a:solidFill>
                  <a:srgbClr val="0A0A08"/>
                </a:solidFill>
                <a:latin typeface="Times New Roman"/>
                <a:cs typeface="Times New Roman"/>
              </a:rPr>
              <a:t>is</a:t>
            </a:r>
            <a:r>
              <a:rPr dirty="0" sz="3700" spc="-135">
                <a:solidFill>
                  <a:srgbClr val="0A0A08"/>
                </a:solidFill>
                <a:latin typeface="Times New Roman"/>
                <a:cs typeface="Times New Roman"/>
              </a:rPr>
              <a:t> </a:t>
            </a:r>
            <a:r>
              <a:rPr dirty="0" sz="3700" spc="75">
                <a:solidFill>
                  <a:srgbClr val="0A0A08"/>
                </a:solidFill>
                <a:latin typeface="Times New Roman"/>
                <a:cs typeface="Times New Roman"/>
              </a:rPr>
              <a:t>just</a:t>
            </a:r>
            <a:r>
              <a:rPr dirty="0" sz="3700" spc="-185">
                <a:solidFill>
                  <a:srgbClr val="0A0A08"/>
                </a:solidFill>
                <a:latin typeface="Times New Roman"/>
                <a:cs typeface="Times New Roman"/>
              </a:rPr>
              <a:t> </a:t>
            </a:r>
            <a:r>
              <a:rPr dirty="0" sz="3700" spc="75">
                <a:solidFill>
                  <a:srgbClr val="0A0A08"/>
                </a:solidFill>
                <a:latin typeface="Times New Roman"/>
                <a:cs typeface="Times New Roman"/>
              </a:rPr>
              <a:t>code.</a:t>
            </a:r>
            <a:r>
              <a:rPr dirty="0" sz="3700" spc="-325">
                <a:solidFill>
                  <a:srgbClr val="0A0A08"/>
                </a:solidFill>
                <a:latin typeface="Times New Roman"/>
                <a:cs typeface="Times New Roman"/>
              </a:rPr>
              <a:t> </a:t>
            </a:r>
            <a:r>
              <a:rPr dirty="0" sz="3700">
                <a:solidFill>
                  <a:srgbClr val="0A0A08"/>
                </a:solidFill>
                <a:latin typeface="Times New Roman"/>
                <a:cs typeface="Times New Roman"/>
              </a:rPr>
              <a:t>GitHub</a:t>
            </a:r>
            <a:r>
              <a:rPr dirty="0" sz="3700" spc="-45">
                <a:solidFill>
                  <a:srgbClr val="0A0A08"/>
                </a:solidFill>
                <a:latin typeface="Times New Roman"/>
                <a:cs typeface="Times New Roman"/>
              </a:rPr>
              <a:t> </a:t>
            </a:r>
            <a:r>
              <a:rPr dirty="0" sz="3700" spc="80">
                <a:solidFill>
                  <a:srgbClr val="0A0A08"/>
                </a:solidFill>
                <a:latin typeface="Times New Roman"/>
                <a:cs typeface="Times New Roman"/>
              </a:rPr>
              <a:t>Pages</a:t>
            </a:r>
            <a:r>
              <a:rPr dirty="0" sz="3700" spc="-155">
                <a:solidFill>
                  <a:srgbClr val="0A0A08"/>
                </a:solidFill>
                <a:latin typeface="Times New Roman"/>
                <a:cs typeface="Times New Roman"/>
              </a:rPr>
              <a:t> </a:t>
            </a:r>
            <a:r>
              <a:rPr dirty="0" sz="3700" spc="185">
                <a:solidFill>
                  <a:srgbClr val="0A0A08"/>
                </a:solidFill>
                <a:latin typeface="Times New Roman"/>
                <a:cs typeface="Times New Roman"/>
              </a:rPr>
              <a:t>turns</a:t>
            </a:r>
            <a:r>
              <a:rPr dirty="0" sz="3700" spc="-175">
                <a:solidFill>
                  <a:srgbClr val="0A0A08"/>
                </a:solidFill>
                <a:latin typeface="Times New Roman"/>
                <a:cs typeface="Times New Roman"/>
              </a:rPr>
              <a:t> </a:t>
            </a:r>
            <a:r>
              <a:rPr dirty="0" sz="3700" spc="190">
                <a:solidFill>
                  <a:srgbClr val="0A0A08"/>
                </a:solidFill>
                <a:latin typeface="Times New Roman"/>
                <a:cs typeface="Times New Roman"/>
              </a:rPr>
              <a:t>that</a:t>
            </a:r>
            <a:r>
              <a:rPr dirty="0" sz="3700" spc="-220">
                <a:solidFill>
                  <a:srgbClr val="0A0A08"/>
                </a:solidFill>
                <a:latin typeface="Times New Roman"/>
                <a:cs typeface="Times New Roman"/>
              </a:rPr>
              <a:t> </a:t>
            </a:r>
            <a:r>
              <a:rPr dirty="0" sz="3700" spc="80">
                <a:solidFill>
                  <a:srgbClr val="0A0A08"/>
                </a:solidFill>
                <a:latin typeface="Times New Roman"/>
                <a:cs typeface="Times New Roman"/>
              </a:rPr>
              <a:t>code</a:t>
            </a:r>
            <a:r>
              <a:rPr dirty="0" sz="3700" spc="-220">
                <a:solidFill>
                  <a:srgbClr val="0A0A08"/>
                </a:solidFill>
                <a:latin typeface="Times New Roman"/>
                <a:cs typeface="Times New Roman"/>
              </a:rPr>
              <a:t> </a:t>
            </a:r>
            <a:r>
              <a:rPr dirty="0" sz="3700" spc="170">
                <a:solidFill>
                  <a:srgbClr val="0A0A08"/>
                </a:solidFill>
                <a:latin typeface="Times New Roman"/>
                <a:cs typeface="Times New Roman"/>
              </a:rPr>
              <a:t>into</a:t>
            </a:r>
            <a:r>
              <a:rPr dirty="0" sz="3700" spc="-280">
                <a:solidFill>
                  <a:srgbClr val="0A0A08"/>
                </a:solidFill>
                <a:latin typeface="Times New Roman"/>
                <a:cs typeface="Times New Roman"/>
              </a:rPr>
              <a:t> </a:t>
            </a:r>
            <a:r>
              <a:rPr dirty="0" sz="3700" spc="195">
                <a:solidFill>
                  <a:srgbClr val="0A0A08"/>
                </a:solidFill>
                <a:latin typeface="Times New Roman"/>
                <a:cs typeface="Times New Roman"/>
              </a:rPr>
              <a:t>a</a:t>
            </a:r>
            <a:r>
              <a:rPr dirty="0" sz="3700" spc="-245">
                <a:solidFill>
                  <a:srgbClr val="0A0A08"/>
                </a:solidFill>
                <a:latin typeface="Times New Roman"/>
                <a:cs typeface="Times New Roman"/>
              </a:rPr>
              <a:t> </a:t>
            </a:r>
            <a:r>
              <a:rPr dirty="0" sz="3700">
                <a:solidFill>
                  <a:srgbClr val="0A0A08"/>
                </a:solidFill>
                <a:latin typeface="Times New Roman"/>
                <a:cs typeface="Times New Roman"/>
              </a:rPr>
              <a:t>live</a:t>
            </a:r>
            <a:r>
              <a:rPr dirty="0" sz="3700" spc="-220">
                <a:solidFill>
                  <a:srgbClr val="0A0A08"/>
                </a:solidFill>
                <a:latin typeface="Times New Roman"/>
                <a:cs typeface="Times New Roman"/>
              </a:rPr>
              <a:t> </a:t>
            </a:r>
            <a:r>
              <a:rPr dirty="0" sz="3700" spc="65">
                <a:solidFill>
                  <a:srgbClr val="0A0A08"/>
                </a:solidFill>
                <a:latin typeface="Times New Roman"/>
                <a:cs typeface="Times New Roman"/>
              </a:rPr>
              <a:t>website.</a:t>
            </a:r>
            <a:endParaRPr sz="3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dirty="0" sz="3350" spc="-135" b="1">
                <a:solidFill>
                  <a:srgbClr val="FDE8C6"/>
                </a:solidFill>
                <a:latin typeface="Times New Roman"/>
                <a:cs typeface="Times New Roman"/>
              </a:rPr>
              <a:t>Value:</a:t>
            </a:r>
            <a:r>
              <a:rPr dirty="0" sz="3350" spc="-120" b="1">
                <a:solidFill>
                  <a:srgbClr val="FDE8C6"/>
                </a:solidFill>
                <a:latin typeface="Times New Roman"/>
                <a:cs typeface="Times New Roman"/>
              </a:rPr>
              <a:t> </a:t>
            </a:r>
            <a:r>
              <a:rPr dirty="0" sz="3150" spc="190">
                <a:solidFill>
                  <a:srgbClr val="0A0A08"/>
                </a:solidFill>
                <a:latin typeface="Times New Roman"/>
                <a:cs typeface="Times New Roman"/>
              </a:rPr>
              <a:t>Instant</a:t>
            </a:r>
            <a:r>
              <a:rPr dirty="0" sz="3150" spc="-195">
                <a:solidFill>
                  <a:srgbClr val="0A0A08"/>
                </a:solidFill>
                <a:latin typeface="Times New Roman"/>
                <a:cs typeface="Times New Roman"/>
              </a:rPr>
              <a:t> </a:t>
            </a:r>
            <a:r>
              <a:rPr dirty="0" sz="3150" spc="80">
                <a:solidFill>
                  <a:srgbClr val="0A0A08"/>
                </a:solidFill>
                <a:latin typeface="Times New Roman"/>
                <a:cs typeface="Times New Roman"/>
              </a:rPr>
              <a:t>credibility.</a:t>
            </a:r>
            <a:r>
              <a:rPr dirty="0" sz="3150" spc="-200">
                <a:solidFill>
                  <a:srgbClr val="0A0A08"/>
                </a:solidFill>
                <a:latin typeface="Times New Roman"/>
                <a:cs typeface="Times New Roman"/>
              </a:rPr>
              <a:t> </a:t>
            </a:r>
            <a:r>
              <a:rPr dirty="0" sz="3150" spc="-75">
                <a:solidFill>
                  <a:srgbClr val="0A0A08"/>
                </a:solidFill>
                <a:latin typeface="Times New Roman"/>
                <a:cs typeface="Times New Roman"/>
              </a:rPr>
              <a:t>A</a:t>
            </a:r>
            <a:r>
              <a:rPr dirty="0" sz="3150" spc="-370">
                <a:solidFill>
                  <a:srgbClr val="0A0A08"/>
                </a:solidFill>
                <a:latin typeface="Times New Roman"/>
                <a:cs typeface="Times New Roman"/>
              </a:rPr>
              <a:t> </a:t>
            </a:r>
            <a:r>
              <a:rPr dirty="0" sz="3150" spc="65">
                <a:solidFill>
                  <a:srgbClr val="0A0A08"/>
                </a:solidFill>
                <a:latin typeface="Times New Roman"/>
                <a:cs typeface="Times New Roman"/>
              </a:rPr>
              <a:t>live</a:t>
            </a:r>
            <a:r>
              <a:rPr dirty="0" sz="3150" spc="-210">
                <a:solidFill>
                  <a:srgbClr val="0A0A08"/>
                </a:solidFill>
                <a:latin typeface="Times New Roman"/>
                <a:cs typeface="Times New Roman"/>
              </a:rPr>
              <a:t> </a:t>
            </a:r>
            <a:r>
              <a:rPr dirty="0" sz="3150" spc="-160">
                <a:solidFill>
                  <a:srgbClr val="0A0A08"/>
                </a:solidFill>
                <a:latin typeface="Times New Roman"/>
                <a:cs typeface="Times New Roman"/>
              </a:rPr>
              <a:t>URL</a:t>
            </a:r>
            <a:r>
              <a:rPr dirty="0" sz="3150" spc="-220">
                <a:solidFill>
                  <a:srgbClr val="0A0A08"/>
                </a:solidFill>
                <a:latin typeface="Times New Roman"/>
                <a:cs typeface="Times New Roman"/>
              </a:rPr>
              <a:t> </a:t>
            </a:r>
            <a:r>
              <a:rPr dirty="0" sz="3150">
                <a:solidFill>
                  <a:srgbClr val="0A0A08"/>
                </a:solidFill>
                <a:latin typeface="Times New Roman"/>
                <a:cs typeface="Times New Roman"/>
              </a:rPr>
              <a:t>is</a:t>
            </a:r>
            <a:r>
              <a:rPr dirty="0" sz="3150" spc="235">
                <a:solidFill>
                  <a:srgbClr val="0A0A08"/>
                </a:solidFill>
                <a:latin typeface="Times New Roman"/>
                <a:cs typeface="Times New Roman"/>
              </a:rPr>
              <a:t> </a:t>
            </a:r>
            <a:r>
              <a:rPr dirty="0" sz="3150">
                <a:solidFill>
                  <a:srgbClr val="0A0A08"/>
                </a:solidFill>
                <a:latin typeface="Times New Roman"/>
                <a:cs typeface="Times New Roman"/>
              </a:rPr>
              <a:t>a</a:t>
            </a:r>
            <a:r>
              <a:rPr dirty="0" sz="3150" spc="225">
                <a:solidFill>
                  <a:srgbClr val="0A0A08"/>
                </a:solidFill>
                <a:latin typeface="Times New Roman"/>
                <a:cs typeface="Times New Roman"/>
              </a:rPr>
              <a:t> </a:t>
            </a:r>
            <a:r>
              <a:rPr dirty="0" sz="3150" spc="125">
                <a:solidFill>
                  <a:srgbClr val="0A0A08"/>
                </a:solidFill>
                <a:latin typeface="Times New Roman"/>
                <a:cs typeface="Times New Roman"/>
              </a:rPr>
              <a:t>product;</a:t>
            </a:r>
            <a:r>
              <a:rPr dirty="0" sz="3150" spc="-150">
                <a:solidFill>
                  <a:srgbClr val="0A0A08"/>
                </a:solidFill>
                <a:latin typeface="Times New Roman"/>
                <a:cs typeface="Times New Roman"/>
              </a:rPr>
              <a:t> </a:t>
            </a:r>
            <a:r>
              <a:rPr dirty="0" sz="3150" spc="140">
                <a:solidFill>
                  <a:srgbClr val="0A0A08"/>
                </a:solidFill>
                <a:latin typeface="Times New Roman"/>
                <a:cs typeface="Times New Roman"/>
              </a:rPr>
              <a:t>a</a:t>
            </a:r>
            <a:r>
              <a:rPr dirty="0" sz="3150" spc="-145">
                <a:solidFill>
                  <a:srgbClr val="0A0A08"/>
                </a:solidFill>
                <a:latin typeface="Times New Roman"/>
                <a:cs typeface="Times New Roman"/>
              </a:rPr>
              <a:t> </a:t>
            </a:r>
            <a:r>
              <a:rPr dirty="0" sz="3150" spc="90">
                <a:solidFill>
                  <a:srgbClr val="0A0A08"/>
                </a:solidFill>
                <a:latin typeface="Times New Roman"/>
                <a:cs typeface="Times New Roman"/>
              </a:rPr>
              <a:t>file</a:t>
            </a:r>
            <a:r>
              <a:rPr dirty="0" sz="3150" spc="-245">
                <a:solidFill>
                  <a:srgbClr val="0A0A08"/>
                </a:solidFill>
                <a:latin typeface="Times New Roman"/>
                <a:cs typeface="Times New Roman"/>
              </a:rPr>
              <a:t> </a:t>
            </a:r>
            <a:r>
              <a:rPr dirty="0" sz="3150" spc="175">
                <a:solidFill>
                  <a:srgbClr val="0A0A08"/>
                </a:solidFill>
                <a:latin typeface="Times New Roman"/>
                <a:cs typeface="Times New Roman"/>
              </a:rPr>
              <a:t>attachment</a:t>
            </a:r>
            <a:r>
              <a:rPr dirty="0" sz="3150" spc="130">
                <a:solidFill>
                  <a:srgbClr val="0A0A08"/>
                </a:solidFill>
                <a:latin typeface="Times New Roman"/>
                <a:cs typeface="Times New Roman"/>
              </a:rPr>
              <a:t> is</a:t>
            </a:r>
            <a:r>
              <a:rPr dirty="0" sz="3150" spc="-35">
                <a:solidFill>
                  <a:srgbClr val="0A0A08"/>
                </a:solidFill>
                <a:latin typeface="Times New Roman"/>
                <a:cs typeface="Times New Roman"/>
              </a:rPr>
              <a:t> </a:t>
            </a:r>
            <a:r>
              <a:rPr dirty="0" sz="3150" spc="120">
                <a:solidFill>
                  <a:srgbClr val="0A0A08"/>
                </a:solidFill>
                <a:latin typeface="Times New Roman"/>
                <a:cs typeface="Times New Roman"/>
              </a:rPr>
              <a:t>just</a:t>
            </a:r>
            <a:r>
              <a:rPr dirty="0" sz="3150" spc="-195">
                <a:solidFill>
                  <a:srgbClr val="0A0A08"/>
                </a:solidFill>
                <a:latin typeface="Times New Roman"/>
                <a:cs typeface="Times New Roman"/>
              </a:rPr>
              <a:t> </a:t>
            </a:r>
            <a:r>
              <a:rPr dirty="0" sz="3150" spc="130">
                <a:solidFill>
                  <a:srgbClr val="0A0A08"/>
                </a:solidFill>
                <a:latin typeface="Times New Roman"/>
                <a:cs typeface="Times New Roman"/>
              </a:rPr>
              <a:t>homework.</a:t>
            </a:r>
            <a:endParaRPr sz="31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066713" y="8189813"/>
            <a:ext cx="9756140" cy="5848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412750" algn="l"/>
                <a:tab pos="1680845" algn="l"/>
                <a:tab pos="2092960" algn="l"/>
                <a:tab pos="5864860" algn="l"/>
                <a:tab pos="6910070" algn="l"/>
                <a:tab pos="8415020" algn="l"/>
                <a:tab pos="8792845" algn="l"/>
              </a:tabLst>
            </a:pPr>
            <a:r>
              <a:rPr dirty="0" sz="3650" spc="-445">
                <a:solidFill>
                  <a:srgbClr val="0A0A08"/>
                </a:solidFill>
                <a:latin typeface="Times New Roman"/>
                <a:cs typeface="Times New Roman"/>
              </a:rPr>
              <a:t>&gt;</a:t>
            </a:r>
            <a:r>
              <a:rPr dirty="0" sz="3650">
                <a:solidFill>
                  <a:srgbClr val="0A0A08"/>
                </a:solidFill>
                <a:latin typeface="Times New Roman"/>
                <a:cs typeface="Times New Roman"/>
              </a:rPr>
              <a:t>	</a:t>
            </a:r>
            <a:r>
              <a:rPr dirty="0" sz="2950" spc="-10">
                <a:solidFill>
                  <a:srgbClr val="0A0A08"/>
                </a:solidFill>
                <a:latin typeface="Arial"/>
                <a:cs typeface="Arial"/>
              </a:rPr>
              <a:t>Pages</a:t>
            </a:r>
            <a:r>
              <a:rPr dirty="0" sz="2950">
                <a:solidFill>
                  <a:srgbClr val="0A0A08"/>
                </a:solidFill>
                <a:latin typeface="Arial"/>
                <a:cs typeface="Arial"/>
              </a:rPr>
              <a:t>	</a:t>
            </a:r>
            <a:r>
              <a:rPr dirty="0" sz="3650" spc="-445">
                <a:solidFill>
                  <a:srgbClr val="0A0A08"/>
                </a:solidFill>
                <a:latin typeface="Times New Roman"/>
                <a:cs typeface="Times New Roman"/>
              </a:rPr>
              <a:t>&gt;</a:t>
            </a:r>
            <a:r>
              <a:rPr dirty="0" sz="3650">
                <a:solidFill>
                  <a:srgbClr val="0A0A08"/>
                </a:solidFill>
                <a:latin typeface="Times New Roman"/>
                <a:cs typeface="Times New Roman"/>
              </a:rPr>
              <a:t>	</a:t>
            </a:r>
            <a:r>
              <a:rPr dirty="0" sz="2950" spc="95">
                <a:solidFill>
                  <a:srgbClr val="0A0A08"/>
                </a:solidFill>
                <a:latin typeface="Arial"/>
                <a:cs typeface="Arial"/>
              </a:rPr>
              <a:t>Source:</a:t>
            </a:r>
            <a:r>
              <a:rPr dirty="0" sz="2950" spc="-225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3150">
                <a:solidFill>
                  <a:srgbClr val="0A0A08"/>
                </a:solidFill>
                <a:latin typeface="Times New Roman"/>
                <a:cs typeface="Times New Roman"/>
              </a:rPr>
              <a:t>Deploy</a:t>
            </a:r>
            <a:r>
              <a:rPr dirty="0" sz="3150" spc="204">
                <a:solidFill>
                  <a:srgbClr val="0A0A08"/>
                </a:solidFill>
                <a:latin typeface="Times New Roman"/>
                <a:cs typeface="Times New Roman"/>
              </a:rPr>
              <a:t> </a:t>
            </a:r>
            <a:r>
              <a:rPr dirty="0" sz="2950" spc="140">
                <a:solidFill>
                  <a:srgbClr val="0A0A08"/>
                </a:solidFill>
                <a:latin typeface="Arial"/>
                <a:cs typeface="Arial"/>
              </a:rPr>
              <a:t>from</a:t>
            </a:r>
            <a:r>
              <a:rPr dirty="0" sz="2950">
                <a:solidFill>
                  <a:srgbClr val="0A0A08"/>
                </a:solidFill>
                <a:latin typeface="Arial"/>
                <a:cs typeface="Arial"/>
              </a:rPr>
              <a:t>	</a:t>
            </a:r>
            <a:r>
              <a:rPr dirty="0" sz="2950" spc="55">
                <a:solidFill>
                  <a:srgbClr val="0A0A08"/>
                </a:solidFill>
                <a:latin typeface="Arial"/>
                <a:cs typeface="Arial"/>
              </a:rPr>
              <a:t>Main</a:t>
            </a:r>
            <a:r>
              <a:rPr dirty="0" sz="2950">
                <a:solidFill>
                  <a:srgbClr val="0A0A08"/>
                </a:solidFill>
                <a:latin typeface="Arial"/>
                <a:cs typeface="Arial"/>
              </a:rPr>
              <a:t>	</a:t>
            </a:r>
            <a:r>
              <a:rPr dirty="0" sz="2950" spc="90">
                <a:solidFill>
                  <a:srgbClr val="0A0A08"/>
                </a:solidFill>
                <a:latin typeface="Arial"/>
                <a:cs typeface="Arial"/>
              </a:rPr>
              <a:t>Branch</a:t>
            </a:r>
            <a:r>
              <a:rPr dirty="0" sz="2950">
                <a:solidFill>
                  <a:srgbClr val="0A0A08"/>
                </a:solidFill>
                <a:latin typeface="Arial"/>
                <a:cs typeface="Arial"/>
              </a:rPr>
              <a:t>	</a:t>
            </a:r>
            <a:r>
              <a:rPr dirty="0" sz="2950" spc="-50">
                <a:solidFill>
                  <a:srgbClr val="0A0A08"/>
                </a:solidFill>
                <a:latin typeface="Arial"/>
                <a:cs typeface="Arial"/>
              </a:rPr>
              <a:t>/</a:t>
            </a:r>
            <a:r>
              <a:rPr dirty="0" sz="2950">
                <a:solidFill>
                  <a:srgbClr val="0A0A08"/>
                </a:solidFill>
                <a:latin typeface="Arial"/>
                <a:cs typeface="Arial"/>
              </a:rPr>
              <a:t>	</a:t>
            </a:r>
            <a:r>
              <a:rPr dirty="0" sz="2950" spc="65">
                <a:solidFill>
                  <a:srgbClr val="0A0A08"/>
                </a:solidFill>
                <a:latin typeface="Arial"/>
                <a:cs typeface="Arial"/>
              </a:rPr>
              <a:t>Root.</a:t>
            </a:r>
            <a:endParaRPr sz="295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150787" y="8191472"/>
            <a:ext cx="2908300" cy="591820"/>
          </a:xfrm>
          <a:custGeom>
            <a:avLst/>
            <a:gdLst/>
            <a:ahLst/>
            <a:cxnLst/>
            <a:rect l="l" t="t" r="r" b="b"/>
            <a:pathLst>
              <a:path w="2908300" h="591820">
                <a:moveTo>
                  <a:pt x="2907959" y="591590"/>
                </a:moveTo>
                <a:lnTo>
                  <a:pt x="0" y="591590"/>
                </a:lnTo>
                <a:lnTo>
                  <a:pt x="0" y="0"/>
                </a:lnTo>
                <a:lnTo>
                  <a:pt x="2907959" y="0"/>
                </a:lnTo>
                <a:lnTo>
                  <a:pt x="2907959" y="591590"/>
                </a:lnTo>
                <a:close/>
              </a:path>
            </a:pathLst>
          </a:custGeom>
          <a:solidFill>
            <a:srgbClr val="C654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1138087" y="8202579"/>
            <a:ext cx="4743450" cy="5391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47345" indent="-334645">
              <a:lnSpc>
                <a:spcPct val="100000"/>
              </a:lnSpc>
              <a:spcBef>
                <a:spcPts val="114"/>
              </a:spcBef>
              <a:buFont typeface="Times New Roman"/>
              <a:buChar char="•"/>
              <a:tabLst>
                <a:tab pos="347345" algn="l"/>
              </a:tabLst>
            </a:pPr>
            <a:r>
              <a:rPr dirty="0" sz="3350" spc="-55" b="1">
                <a:solidFill>
                  <a:srgbClr val="FDE8C6"/>
                </a:solidFill>
                <a:latin typeface="Times New Roman"/>
                <a:cs typeface="Times New Roman"/>
              </a:rPr>
              <a:t>Configuration:</a:t>
            </a:r>
            <a:r>
              <a:rPr dirty="0" sz="3350" spc="-175" b="1">
                <a:solidFill>
                  <a:srgbClr val="FDE8C6"/>
                </a:solidFill>
                <a:latin typeface="Times New Roman"/>
                <a:cs typeface="Times New Roman"/>
              </a:rPr>
              <a:t> </a:t>
            </a:r>
            <a:r>
              <a:rPr dirty="0" baseline="-3766" sz="4425" spc="442">
                <a:solidFill>
                  <a:srgbClr val="0A0A08"/>
                </a:solidFill>
                <a:latin typeface="Arial"/>
                <a:cs typeface="Arial"/>
              </a:rPr>
              <a:t>Settings</a:t>
            </a:r>
            <a:endParaRPr baseline="-3766" sz="4425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6418745" y="9131228"/>
            <a:ext cx="76835" cy="331470"/>
          </a:xfrm>
          <a:custGeom>
            <a:avLst/>
            <a:gdLst/>
            <a:ahLst/>
            <a:cxnLst/>
            <a:rect l="l" t="t" r="r" b="b"/>
            <a:pathLst>
              <a:path w="76835" h="331470">
                <a:moveTo>
                  <a:pt x="76421" y="330909"/>
                </a:moveTo>
                <a:lnTo>
                  <a:pt x="0" y="330909"/>
                </a:lnTo>
                <a:lnTo>
                  <a:pt x="0" y="0"/>
                </a:lnTo>
                <a:lnTo>
                  <a:pt x="76421" y="0"/>
                </a:lnTo>
                <a:lnTo>
                  <a:pt x="76421" y="330909"/>
                </a:lnTo>
                <a:close/>
              </a:path>
            </a:pathLst>
          </a:custGeom>
          <a:solidFill>
            <a:srgbClr val="F6F4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6406045" y="9128125"/>
            <a:ext cx="156210" cy="3168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00" spc="-50">
                <a:solidFill>
                  <a:srgbClr val="CDCABF"/>
                </a:solidFill>
                <a:latin typeface="Arial"/>
                <a:cs typeface="Arial"/>
              </a:rPr>
              <a:t>1</a:t>
            </a:r>
            <a:endParaRPr sz="190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8728152" y="9040999"/>
            <a:ext cx="76835" cy="713105"/>
          </a:xfrm>
          <a:custGeom>
            <a:avLst/>
            <a:gdLst/>
            <a:ahLst/>
            <a:cxnLst/>
            <a:rect l="l" t="t" r="r" b="b"/>
            <a:pathLst>
              <a:path w="76834" h="713104">
                <a:moveTo>
                  <a:pt x="76421" y="712600"/>
                </a:moveTo>
                <a:lnTo>
                  <a:pt x="0" y="712600"/>
                </a:lnTo>
                <a:lnTo>
                  <a:pt x="0" y="0"/>
                </a:lnTo>
                <a:lnTo>
                  <a:pt x="76421" y="0"/>
                </a:lnTo>
                <a:lnTo>
                  <a:pt x="76421" y="712600"/>
                </a:lnTo>
                <a:close/>
              </a:path>
            </a:pathLst>
          </a:custGeom>
          <a:solidFill>
            <a:srgbClr val="F6F4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8715450" y="9051528"/>
            <a:ext cx="120014" cy="7302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600" spc="-590">
                <a:solidFill>
                  <a:srgbClr val="CDCABF"/>
                </a:solidFill>
                <a:latin typeface="Arial"/>
                <a:cs typeface="Arial"/>
              </a:rPr>
              <a:t>t</a:t>
            </a:r>
            <a:endParaRPr sz="460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11004036" y="9131228"/>
            <a:ext cx="76835" cy="331470"/>
          </a:xfrm>
          <a:custGeom>
            <a:avLst/>
            <a:gdLst/>
            <a:ahLst/>
            <a:cxnLst/>
            <a:rect l="l" t="t" r="r" b="b"/>
            <a:pathLst>
              <a:path w="76834" h="331470">
                <a:moveTo>
                  <a:pt x="76421" y="330909"/>
                </a:moveTo>
                <a:lnTo>
                  <a:pt x="0" y="330909"/>
                </a:lnTo>
                <a:lnTo>
                  <a:pt x="0" y="0"/>
                </a:lnTo>
                <a:lnTo>
                  <a:pt x="76421" y="0"/>
                </a:lnTo>
                <a:lnTo>
                  <a:pt x="76421" y="330909"/>
                </a:lnTo>
                <a:close/>
              </a:path>
            </a:pathLst>
          </a:custGeom>
          <a:solidFill>
            <a:srgbClr val="F6F4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10991335" y="9128125"/>
            <a:ext cx="103505" cy="3168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00" spc="-509">
                <a:solidFill>
                  <a:srgbClr val="BDBAAF"/>
                </a:solidFill>
                <a:latin typeface="Arial"/>
                <a:cs typeface="Arial"/>
              </a:rPr>
              <a:t>1</a:t>
            </a:r>
            <a:endParaRPr sz="1900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14553204" y="9250668"/>
            <a:ext cx="76835" cy="161290"/>
          </a:xfrm>
          <a:custGeom>
            <a:avLst/>
            <a:gdLst/>
            <a:ahLst/>
            <a:cxnLst/>
            <a:rect l="l" t="t" r="r" b="b"/>
            <a:pathLst>
              <a:path w="76834" h="161290">
                <a:moveTo>
                  <a:pt x="0" y="160910"/>
                </a:moveTo>
                <a:lnTo>
                  <a:pt x="76421" y="160910"/>
                </a:lnTo>
                <a:lnTo>
                  <a:pt x="76421" y="0"/>
                </a:lnTo>
                <a:lnTo>
                  <a:pt x="0" y="0"/>
                </a:lnTo>
                <a:lnTo>
                  <a:pt x="0" y="160910"/>
                </a:lnTo>
                <a:close/>
              </a:path>
            </a:pathLst>
          </a:custGeom>
          <a:solidFill>
            <a:srgbClr val="F6F4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14540509" y="9243020"/>
            <a:ext cx="8318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-495">
                <a:solidFill>
                  <a:srgbClr val="CDCABF"/>
                </a:solidFill>
                <a:latin typeface="Times New Roman"/>
                <a:cs typeface="Times New Roman"/>
              </a:rPr>
              <a:t>�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12430927" y="9305410"/>
            <a:ext cx="786130" cy="448309"/>
          </a:xfrm>
          <a:custGeom>
            <a:avLst/>
            <a:gdLst/>
            <a:ahLst/>
            <a:cxnLst/>
            <a:rect l="l" t="t" r="r" b="b"/>
            <a:pathLst>
              <a:path w="786130" h="448309">
                <a:moveTo>
                  <a:pt x="785867" y="448188"/>
                </a:moveTo>
                <a:lnTo>
                  <a:pt x="0" y="448188"/>
                </a:lnTo>
                <a:lnTo>
                  <a:pt x="0" y="0"/>
                </a:lnTo>
                <a:lnTo>
                  <a:pt x="785867" y="0"/>
                </a:lnTo>
                <a:lnTo>
                  <a:pt x="785867" y="448188"/>
                </a:lnTo>
                <a:close/>
              </a:path>
            </a:pathLst>
          </a:custGeom>
          <a:solidFill>
            <a:srgbClr val="E4E2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3319697" y="9477933"/>
            <a:ext cx="280670" cy="261620"/>
          </a:xfrm>
          <a:custGeom>
            <a:avLst/>
            <a:gdLst/>
            <a:ahLst/>
            <a:cxnLst/>
            <a:rect l="l" t="t" r="r" b="b"/>
            <a:pathLst>
              <a:path w="280669" h="261620">
                <a:moveTo>
                  <a:pt x="280212" y="261244"/>
                </a:moveTo>
                <a:lnTo>
                  <a:pt x="0" y="261244"/>
                </a:lnTo>
                <a:lnTo>
                  <a:pt x="0" y="0"/>
                </a:lnTo>
                <a:lnTo>
                  <a:pt x="280212" y="0"/>
                </a:lnTo>
                <a:lnTo>
                  <a:pt x="280212" y="261244"/>
                </a:lnTo>
                <a:close/>
              </a:path>
            </a:pathLst>
          </a:custGeom>
          <a:solidFill>
            <a:srgbClr val="E4E2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3697029" y="9411579"/>
            <a:ext cx="968375" cy="344170"/>
          </a:xfrm>
          <a:custGeom>
            <a:avLst/>
            <a:gdLst/>
            <a:ahLst/>
            <a:cxnLst/>
            <a:rect l="l" t="t" r="r" b="b"/>
            <a:pathLst>
              <a:path w="968375" h="344170">
                <a:moveTo>
                  <a:pt x="968005" y="343713"/>
                </a:moveTo>
                <a:lnTo>
                  <a:pt x="0" y="343713"/>
                </a:lnTo>
                <a:lnTo>
                  <a:pt x="0" y="0"/>
                </a:lnTo>
                <a:lnTo>
                  <a:pt x="968005" y="0"/>
                </a:lnTo>
                <a:lnTo>
                  <a:pt x="968005" y="343713"/>
                </a:lnTo>
                <a:close/>
              </a:path>
            </a:pathLst>
          </a:custGeom>
          <a:solidFill>
            <a:srgbClr val="E4E2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14732488" y="9305410"/>
            <a:ext cx="344170" cy="448309"/>
          </a:xfrm>
          <a:custGeom>
            <a:avLst/>
            <a:gdLst/>
            <a:ahLst/>
            <a:cxnLst/>
            <a:rect l="l" t="t" r="r" b="b"/>
            <a:pathLst>
              <a:path w="344169" h="448309">
                <a:moveTo>
                  <a:pt x="343896" y="448188"/>
                </a:moveTo>
                <a:lnTo>
                  <a:pt x="0" y="448188"/>
                </a:lnTo>
                <a:lnTo>
                  <a:pt x="0" y="0"/>
                </a:lnTo>
                <a:lnTo>
                  <a:pt x="343896" y="0"/>
                </a:lnTo>
                <a:lnTo>
                  <a:pt x="343896" y="448188"/>
                </a:lnTo>
                <a:close/>
              </a:path>
            </a:pathLst>
          </a:custGeom>
          <a:solidFill>
            <a:srgbClr val="E4E2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15220415" y="9331952"/>
            <a:ext cx="471805" cy="422275"/>
          </a:xfrm>
          <a:custGeom>
            <a:avLst/>
            <a:gdLst/>
            <a:ahLst/>
            <a:cxnLst/>
            <a:rect l="l" t="t" r="r" b="b"/>
            <a:pathLst>
              <a:path w="471805" h="422275">
                <a:moveTo>
                  <a:pt x="471266" y="421646"/>
                </a:moveTo>
                <a:lnTo>
                  <a:pt x="0" y="421646"/>
                </a:lnTo>
                <a:lnTo>
                  <a:pt x="0" y="0"/>
                </a:lnTo>
                <a:lnTo>
                  <a:pt x="471266" y="0"/>
                </a:lnTo>
                <a:lnTo>
                  <a:pt x="471266" y="421646"/>
                </a:lnTo>
                <a:close/>
              </a:path>
            </a:pathLst>
          </a:custGeom>
          <a:solidFill>
            <a:srgbClr val="E4E2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12418226" y="9306851"/>
            <a:ext cx="3320415" cy="454659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800" spc="-370">
                <a:solidFill>
                  <a:srgbClr val="BDBAAF"/>
                </a:solidFill>
                <a:latin typeface="Arial"/>
                <a:cs typeface="Arial"/>
              </a:rPr>
              <a:t>1,,,,1,,,I,,</a:t>
            </a:r>
            <a:r>
              <a:rPr dirty="0" sz="2800" spc="-235">
                <a:solidFill>
                  <a:srgbClr val="BDBAAF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BDBAAF"/>
                </a:solidFill>
                <a:latin typeface="Arial"/>
                <a:cs typeface="Arial"/>
              </a:rPr>
              <a:t>,1,,,</a:t>
            </a:r>
            <a:r>
              <a:rPr dirty="0" sz="1500" spc="80">
                <a:solidFill>
                  <a:srgbClr val="BDBAAF"/>
                </a:solidFill>
                <a:latin typeface="Arial"/>
                <a:cs typeface="Arial"/>
              </a:rPr>
              <a:t> </a:t>
            </a:r>
            <a:r>
              <a:rPr dirty="0" sz="2000" spc="-220">
                <a:solidFill>
                  <a:srgbClr val="CDCABF"/>
                </a:solidFill>
                <a:latin typeface="Times New Roman"/>
                <a:cs typeface="Times New Roman"/>
              </a:rPr>
              <a:t>l1111l,,,,1,,,.1</a:t>
            </a:r>
            <a:r>
              <a:rPr dirty="0" sz="2800" spc="-220">
                <a:solidFill>
                  <a:srgbClr val="BDBAAF"/>
                </a:solidFill>
                <a:latin typeface="Arial"/>
                <a:cs typeface="Arial"/>
              </a:rPr>
              <a:t>,,,I,,</a:t>
            </a:r>
            <a:r>
              <a:rPr dirty="0" sz="2800" spc="125">
                <a:solidFill>
                  <a:srgbClr val="BDBAAF"/>
                </a:solidFill>
                <a:latin typeface="Arial"/>
                <a:cs typeface="Arial"/>
              </a:rPr>
              <a:t> </a:t>
            </a:r>
            <a:r>
              <a:rPr dirty="0" sz="2600" spc="-330">
                <a:solidFill>
                  <a:srgbClr val="BDBAAF"/>
                </a:solidFill>
                <a:latin typeface="Times New Roman"/>
                <a:cs typeface="Times New Roman"/>
              </a:rPr>
              <a:t>1,,,,1,,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15803396" y="9477933"/>
            <a:ext cx="401320" cy="261620"/>
          </a:xfrm>
          <a:custGeom>
            <a:avLst/>
            <a:gdLst/>
            <a:ahLst/>
            <a:cxnLst/>
            <a:rect l="l" t="t" r="r" b="b"/>
            <a:pathLst>
              <a:path w="401319" h="261620">
                <a:moveTo>
                  <a:pt x="401237" y="261244"/>
                </a:moveTo>
                <a:lnTo>
                  <a:pt x="0" y="261244"/>
                </a:lnTo>
                <a:lnTo>
                  <a:pt x="0" y="0"/>
                </a:lnTo>
                <a:lnTo>
                  <a:pt x="401237" y="0"/>
                </a:lnTo>
                <a:lnTo>
                  <a:pt x="401237" y="261244"/>
                </a:lnTo>
                <a:close/>
              </a:path>
            </a:pathLst>
          </a:custGeom>
          <a:solidFill>
            <a:srgbClr val="E4E2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16401650" y="9477933"/>
            <a:ext cx="26034" cy="261620"/>
          </a:xfrm>
          <a:custGeom>
            <a:avLst/>
            <a:gdLst/>
            <a:ahLst/>
            <a:cxnLst/>
            <a:rect l="l" t="t" r="r" b="b"/>
            <a:pathLst>
              <a:path w="26034" h="261620">
                <a:moveTo>
                  <a:pt x="25473" y="261244"/>
                </a:moveTo>
                <a:lnTo>
                  <a:pt x="0" y="261244"/>
                </a:lnTo>
                <a:lnTo>
                  <a:pt x="0" y="0"/>
                </a:lnTo>
                <a:lnTo>
                  <a:pt x="25473" y="0"/>
                </a:lnTo>
                <a:lnTo>
                  <a:pt x="25473" y="261244"/>
                </a:lnTo>
                <a:close/>
              </a:path>
            </a:pathLst>
          </a:custGeom>
          <a:solidFill>
            <a:srgbClr val="E4E2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15790698" y="9472810"/>
            <a:ext cx="1635125" cy="255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00" spc="25">
                <a:solidFill>
                  <a:srgbClr val="BDBAAF"/>
                </a:solidFill>
                <a:latin typeface="Arial"/>
                <a:cs typeface="Arial"/>
              </a:rPr>
              <a:t>,1,,.,</a:t>
            </a:r>
            <a:r>
              <a:rPr dirty="0" sz="1500" spc="25">
                <a:solidFill>
                  <a:srgbClr val="545954"/>
                </a:solidFill>
                <a:latin typeface="Arial"/>
                <a:cs typeface="Arial"/>
              </a:rPr>
              <a:t>f,:</a:t>
            </a:r>
            <a:r>
              <a:rPr dirty="0" sz="1500" spc="25">
                <a:solidFill>
                  <a:srgbClr val="BDBAAF"/>
                </a:solidFill>
                <a:latin typeface="Arial"/>
                <a:cs typeface="Arial"/>
              </a:rPr>
              <a:t>,</a:t>
            </a:r>
            <a:r>
              <a:rPr dirty="0" sz="1500" spc="25">
                <a:solidFill>
                  <a:srgbClr val="3D3D3A"/>
                </a:solidFill>
                <a:latin typeface="Arial"/>
                <a:cs typeface="Arial"/>
              </a:rPr>
              <a:t>�</a:t>
            </a:r>
            <a:r>
              <a:rPr dirty="0" sz="1500" spc="25">
                <a:solidFill>
                  <a:srgbClr val="21211C"/>
                </a:solidFill>
                <a:latin typeface="Arial"/>
                <a:cs typeface="Arial"/>
              </a:rPr>
              <a:t>t</a:t>
            </a:r>
            <a:r>
              <a:rPr dirty="0" sz="1500" spc="25">
                <a:solidFill>
                  <a:srgbClr val="545954"/>
                </a:solidFill>
                <a:latin typeface="Arial"/>
                <a:cs typeface="Arial"/>
              </a:rPr>
              <a:t>�</a:t>
            </a:r>
            <a:r>
              <a:rPr dirty="0" sz="1500" spc="25">
                <a:solidFill>
                  <a:srgbClr val="3D3D3A"/>
                </a:solidFill>
                <a:latin typeface="Arial"/>
                <a:cs typeface="Arial"/>
              </a:rPr>
              <a:t>�</a:t>
            </a:r>
            <a:r>
              <a:rPr dirty="0" sz="1500" spc="25">
                <a:solidFill>
                  <a:srgbClr val="21211C"/>
                </a:solidFill>
                <a:latin typeface="Arial"/>
                <a:cs typeface="Arial"/>
              </a:rPr>
              <a:t>k</a:t>
            </a:r>
            <a:r>
              <a:rPr dirty="0" sz="1500" spc="25">
                <a:solidFill>
                  <a:srgbClr val="3D3D3A"/>
                </a:solidFill>
                <a:latin typeface="Arial"/>
                <a:cs typeface="Arial"/>
              </a:rPr>
              <a:t>L</a:t>
            </a:r>
            <a:r>
              <a:rPr dirty="0" sz="1500" spc="25">
                <a:solidFill>
                  <a:srgbClr val="21211C"/>
                </a:solidFill>
                <a:latin typeface="Arial"/>
                <a:cs typeface="Arial"/>
              </a:rPr>
              <a:t>M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7581" y="8655711"/>
            <a:ext cx="687793" cy="63830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456100" y="8528050"/>
            <a:ext cx="993479" cy="74043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20848" y="9447212"/>
            <a:ext cx="891584" cy="17872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456706" y="9421679"/>
            <a:ext cx="4941924" cy="280855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91053" y="7787611"/>
            <a:ext cx="0" cy="817244"/>
          </a:xfrm>
          <a:custGeom>
            <a:avLst/>
            <a:gdLst/>
            <a:ahLst/>
            <a:cxnLst/>
            <a:rect l="l" t="t" r="r" b="b"/>
            <a:pathLst>
              <a:path w="0" h="817245">
                <a:moveTo>
                  <a:pt x="0" y="817033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43896" y="8170595"/>
            <a:ext cx="0" cy="1225550"/>
          </a:xfrm>
          <a:custGeom>
            <a:avLst/>
            <a:gdLst/>
            <a:ahLst/>
            <a:cxnLst/>
            <a:rect l="l" t="t" r="r" b="b"/>
            <a:pathLst>
              <a:path w="0" h="1225550">
                <a:moveTo>
                  <a:pt x="0" y="1225549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159059" y="8553579"/>
            <a:ext cx="0" cy="842644"/>
          </a:xfrm>
          <a:custGeom>
            <a:avLst/>
            <a:gdLst/>
            <a:ahLst/>
            <a:cxnLst/>
            <a:rect l="l" t="t" r="r" b="b"/>
            <a:pathLst>
              <a:path w="0" h="842645">
                <a:moveTo>
                  <a:pt x="0" y="842565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432751" y="2349234"/>
            <a:ext cx="0" cy="6511290"/>
          </a:xfrm>
          <a:custGeom>
            <a:avLst/>
            <a:gdLst/>
            <a:ahLst/>
            <a:cxnLst/>
            <a:rect l="l" t="t" r="r" b="b"/>
            <a:pathLst>
              <a:path w="0" h="6511290">
                <a:moveTo>
                  <a:pt x="0" y="6510732"/>
                </a:moveTo>
                <a:lnTo>
                  <a:pt x="0" y="0"/>
                </a:lnTo>
              </a:path>
            </a:pathLst>
          </a:custGeom>
          <a:ln w="8915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802122" y="2451363"/>
            <a:ext cx="0" cy="4698365"/>
          </a:xfrm>
          <a:custGeom>
            <a:avLst/>
            <a:gdLst/>
            <a:ahLst/>
            <a:cxnLst/>
            <a:rect l="l" t="t" r="r" b="b"/>
            <a:pathLst>
              <a:path w="0" h="4698365">
                <a:moveTo>
                  <a:pt x="0" y="4697940"/>
                </a:moveTo>
                <a:lnTo>
                  <a:pt x="0" y="0"/>
                </a:lnTo>
              </a:path>
            </a:pathLst>
          </a:custGeom>
          <a:ln w="1018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980439" y="2604557"/>
            <a:ext cx="0" cy="4545330"/>
          </a:xfrm>
          <a:custGeom>
            <a:avLst/>
            <a:gdLst/>
            <a:ahLst/>
            <a:cxnLst/>
            <a:rect l="l" t="t" r="r" b="b"/>
            <a:pathLst>
              <a:path w="0" h="4545330">
                <a:moveTo>
                  <a:pt x="0" y="4544746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056253" y="2221573"/>
            <a:ext cx="153035" cy="485140"/>
          </a:xfrm>
          <a:custGeom>
            <a:avLst/>
            <a:gdLst/>
            <a:ahLst/>
            <a:cxnLst/>
            <a:rect l="l" t="t" r="r" b="b"/>
            <a:pathLst>
              <a:path w="153034" h="485139">
                <a:moveTo>
                  <a:pt x="0" y="0"/>
                </a:moveTo>
                <a:lnTo>
                  <a:pt x="152843" y="0"/>
                </a:lnTo>
                <a:lnTo>
                  <a:pt x="152843" y="485113"/>
                </a:lnTo>
                <a:lnTo>
                  <a:pt x="0" y="48511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470051" y="1787524"/>
            <a:ext cx="0" cy="434340"/>
          </a:xfrm>
          <a:custGeom>
            <a:avLst/>
            <a:gdLst/>
            <a:ahLst/>
            <a:cxnLst/>
            <a:rect l="l" t="t" r="r" b="b"/>
            <a:pathLst>
              <a:path w="0" h="434339">
                <a:moveTo>
                  <a:pt x="0" y="434048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750263" y="76861"/>
            <a:ext cx="0" cy="408940"/>
          </a:xfrm>
          <a:custGeom>
            <a:avLst/>
            <a:gdLst/>
            <a:ahLst/>
            <a:cxnLst/>
            <a:rect l="l" t="t" r="r" b="b"/>
            <a:pathLst>
              <a:path w="0" h="408940">
                <a:moveTo>
                  <a:pt x="0" y="408516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9017738" y="1761992"/>
            <a:ext cx="0" cy="459740"/>
          </a:xfrm>
          <a:custGeom>
            <a:avLst/>
            <a:gdLst/>
            <a:ahLst/>
            <a:cxnLst/>
            <a:rect l="l" t="t" r="r" b="b"/>
            <a:pathLst>
              <a:path w="0" h="459739">
                <a:moveTo>
                  <a:pt x="0" y="459581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0278693" y="2221573"/>
            <a:ext cx="153035" cy="485140"/>
          </a:xfrm>
          <a:custGeom>
            <a:avLst/>
            <a:gdLst/>
            <a:ahLst/>
            <a:cxnLst/>
            <a:rect l="l" t="t" r="r" b="b"/>
            <a:pathLst>
              <a:path w="153034" h="485139">
                <a:moveTo>
                  <a:pt x="0" y="0"/>
                </a:moveTo>
                <a:lnTo>
                  <a:pt x="152843" y="0"/>
                </a:lnTo>
                <a:lnTo>
                  <a:pt x="152843" y="485113"/>
                </a:lnTo>
                <a:lnTo>
                  <a:pt x="0" y="48511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4520087" y="2604557"/>
            <a:ext cx="0" cy="6102350"/>
          </a:xfrm>
          <a:custGeom>
            <a:avLst/>
            <a:gdLst/>
            <a:ahLst/>
            <a:cxnLst/>
            <a:rect l="l" t="t" r="r" b="b"/>
            <a:pathLst>
              <a:path w="0" h="6102350">
                <a:moveTo>
                  <a:pt x="0" y="6102215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4698405" y="2451363"/>
            <a:ext cx="0" cy="6409055"/>
          </a:xfrm>
          <a:custGeom>
            <a:avLst/>
            <a:gdLst/>
            <a:ahLst/>
            <a:cxnLst/>
            <a:rect l="l" t="t" r="r" b="b"/>
            <a:pathLst>
              <a:path w="0" h="6409055">
                <a:moveTo>
                  <a:pt x="0" y="6408603"/>
                </a:moveTo>
                <a:lnTo>
                  <a:pt x="0" y="0"/>
                </a:lnTo>
              </a:path>
            </a:pathLst>
          </a:custGeom>
          <a:ln w="1018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5055039" y="2349234"/>
            <a:ext cx="0" cy="6511290"/>
          </a:xfrm>
          <a:custGeom>
            <a:avLst/>
            <a:gdLst/>
            <a:ahLst/>
            <a:cxnLst/>
            <a:rect l="l" t="t" r="r" b="b"/>
            <a:pathLst>
              <a:path w="0" h="6511290">
                <a:moveTo>
                  <a:pt x="0" y="6510732"/>
                </a:moveTo>
                <a:lnTo>
                  <a:pt x="0" y="0"/>
                </a:lnTo>
              </a:path>
            </a:pathLst>
          </a:custGeom>
          <a:ln w="8915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6354204" y="8553579"/>
            <a:ext cx="0" cy="842644"/>
          </a:xfrm>
          <a:custGeom>
            <a:avLst/>
            <a:gdLst/>
            <a:ahLst/>
            <a:cxnLst/>
            <a:rect l="l" t="t" r="r" b="b"/>
            <a:pathLst>
              <a:path w="0" h="842645">
                <a:moveTo>
                  <a:pt x="0" y="842565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7131155" y="255587"/>
            <a:ext cx="0" cy="8272780"/>
          </a:xfrm>
          <a:custGeom>
            <a:avLst/>
            <a:gdLst/>
            <a:ahLst/>
            <a:cxnLst/>
            <a:rect l="l" t="t" r="r" b="b"/>
            <a:pathLst>
              <a:path w="0" h="8272780">
                <a:moveTo>
                  <a:pt x="0" y="8272459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8482788" y="1787524"/>
            <a:ext cx="535305" cy="0"/>
          </a:xfrm>
          <a:custGeom>
            <a:avLst/>
            <a:gdLst/>
            <a:ahLst/>
            <a:cxnLst/>
            <a:rect l="l" t="t" r="r" b="b"/>
            <a:pathLst>
              <a:path w="535304" h="0">
                <a:moveTo>
                  <a:pt x="0" y="0"/>
                </a:moveTo>
                <a:lnTo>
                  <a:pt x="534950" y="0"/>
                </a:lnTo>
              </a:path>
            </a:pathLst>
          </a:custGeom>
          <a:ln w="5106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420014" y="2291787"/>
            <a:ext cx="12584430" cy="166370"/>
          </a:xfrm>
          <a:custGeom>
            <a:avLst/>
            <a:gdLst/>
            <a:ahLst/>
            <a:cxnLst/>
            <a:rect l="l" t="t" r="r" b="b"/>
            <a:pathLst>
              <a:path w="12584430" h="166369">
                <a:moveTo>
                  <a:pt x="0" y="0"/>
                </a:moveTo>
                <a:lnTo>
                  <a:pt x="12584076" y="0"/>
                </a:lnTo>
                <a:lnTo>
                  <a:pt x="12584076" y="165959"/>
                </a:lnTo>
                <a:lnTo>
                  <a:pt x="0" y="1659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7118418" y="4800333"/>
            <a:ext cx="356870" cy="26034"/>
          </a:xfrm>
          <a:custGeom>
            <a:avLst/>
            <a:gdLst/>
            <a:ahLst/>
            <a:cxnLst/>
            <a:rect l="l" t="t" r="r" b="b"/>
            <a:pathLst>
              <a:path w="356869" h="26035">
                <a:moveTo>
                  <a:pt x="356780" y="25532"/>
                </a:moveTo>
                <a:lnTo>
                  <a:pt x="0" y="25532"/>
                </a:lnTo>
                <a:lnTo>
                  <a:pt x="0" y="0"/>
                </a:lnTo>
                <a:lnTo>
                  <a:pt x="356780" y="0"/>
                </a:lnTo>
                <a:lnTo>
                  <a:pt x="356780" y="255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05686" y="8566346"/>
            <a:ext cx="892175" cy="0"/>
          </a:xfrm>
          <a:custGeom>
            <a:avLst/>
            <a:gdLst/>
            <a:ahLst/>
            <a:cxnLst/>
            <a:rect l="l" t="t" r="r" b="b"/>
            <a:pathLst>
              <a:path w="892175" h="0">
                <a:moveTo>
                  <a:pt x="0" y="0"/>
                </a:moveTo>
                <a:lnTo>
                  <a:pt x="891584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496436" y="8764220"/>
            <a:ext cx="12508230" cy="166370"/>
          </a:xfrm>
          <a:custGeom>
            <a:avLst/>
            <a:gdLst/>
            <a:ahLst/>
            <a:cxnLst/>
            <a:rect l="l" t="t" r="r" b="b"/>
            <a:pathLst>
              <a:path w="12508230" h="166370">
                <a:moveTo>
                  <a:pt x="0" y="0"/>
                </a:moveTo>
                <a:lnTo>
                  <a:pt x="12507654" y="0"/>
                </a:lnTo>
                <a:lnTo>
                  <a:pt x="12507654" y="165959"/>
                </a:lnTo>
                <a:lnTo>
                  <a:pt x="0" y="1659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6328730" y="9370612"/>
            <a:ext cx="815340" cy="0"/>
          </a:xfrm>
          <a:custGeom>
            <a:avLst/>
            <a:gdLst/>
            <a:ahLst/>
            <a:cxnLst/>
            <a:rect l="l" t="t" r="r" b="b"/>
            <a:pathLst>
              <a:path w="815340" h="0">
                <a:moveTo>
                  <a:pt x="0" y="0"/>
                </a:moveTo>
                <a:lnTo>
                  <a:pt x="815162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05686" y="9357846"/>
            <a:ext cx="917575" cy="0"/>
          </a:xfrm>
          <a:custGeom>
            <a:avLst/>
            <a:gdLst/>
            <a:ahLst/>
            <a:cxnLst/>
            <a:rect l="l" t="t" r="r" b="b"/>
            <a:pathLst>
              <a:path w="917575" h="0">
                <a:moveTo>
                  <a:pt x="0" y="0"/>
                </a:moveTo>
                <a:lnTo>
                  <a:pt x="917058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1001285" y="2427"/>
            <a:ext cx="76835" cy="365760"/>
          </a:xfrm>
          <a:custGeom>
            <a:avLst/>
            <a:gdLst/>
            <a:ahLst/>
            <a:cxnLst/>
            <a:rect l="l" t="t" r="r" b="b"/>
            <a:pathLst>
              <a:path w="76834" h="365760">
                <a:moveTo>
                  <a:pt x="76421" y="365742"/>
                </a:moveTo>
                <a:lnTo>
                  <a:pt x="0" y="365742"/>
                </a:lnTo>
                <a:lnTo>
                  <a:pt x="0" y="0"/>
                </a:lnTo>
                <a:lnTo>
                  <a:pt x="76421" y="0"/>
                </a:lnTo>
                <a:lnTo>
                  <a:pt x="76421" y="365742"/>
                </a:lnTo>
                <a:close/>
              </a:path>
            </a:pathLst>
          </a:custGeom>
          <a:solidFill>
            <a:srgbClr val="F4F2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10988585" y="330"/>
            <a:ext cx="192405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00" spc="85">
                <a:solidFill>
                  <a:srgbClr val="C6C3B6"/>
                </a:solidFill>
                <a:latin typeface="Arial"/>
                <a:cs typeface="Arial"/>
              </a:rPr>
              <a:t>1</a:t>
            </a:r>
            <a:endParaRPr sz="21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602493" y="533105"/>
            <a:ext cx="14473555" cy="1703070"/>
          </a:xfrm>
          <a:prstGeom prst="rect">
            <a:avLst/>
          </a:prstGeom>
        </p:spPr>
        <p:txBody>
          <a:bodyPr wrap="square" lIns="0" tIns="14732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60"/>
              </a:spcBef>
            </a:pPr>
            <a:r>
              <a:rPr dirty="0" sz="5400" spc="-210" b="1">
                <a:solidFill>
                  <a:srgbClr val="1C1C16"/>
                </a:solidFill>
                <a:latin typeface="Arial"/>
                <a:cs typeface="Arial"/>
              </a:rPr>
              <a:t>Troubleshooting</a:t>
            </a:r>
            <a:r>
              <a:rPr dirty="0" sz="5400" spc="-165" b="1">
                <a:solidFill>
                  <a:srgbClr val="1C1C16"/>
                </a:solidFill>
                <a:latin typeface="Arial"/>
                <a:cs typeface="Arial"/>
              </a:rPr>
              <a:t> </a:t>
            </a:r>
            <a:r>
              <a:rPr dirty="0" sz="5400" spc="-150" b="1">
                <a:solidFill>
                  <a:srgbClr val="1C1C16"/>
                </a:solidFill>
                <a:latin typeface="Arial"/>
                <a:cs typeface="Arial"/>
              </a:rPr>
              <a:t>Checklist:</a:t>
            </a:r>
            <a:r>
              <a:rPr dirty="0" sz="5400" spc="-95" b="1">
                <a:solidFill>
                  <a:srgbClr val="1C1C16"/>
                </a:solidFill>
                <a:latin typeface="Arial"/>
                <a:cs typeface="Arial"/>
              </a:rPr>
              <a:t> </a:t>
            </a:r>
            <a:r>
              <a:rPr dirty="0" sz="5400" spc="-265" b="1">
                <a:solidFill>
                  <a:srgbClr val="1C1C16"/>
                </a:solidFill>
                <a:latin typeface="Arial"/>
                <a:cs typeface="Arial"/>
              </a:rPr>
              <a:t>When</a:t>
            </a:r>
            <a:r>
              <a:rPr dirty="0" sz="5400" spc="-235" b="1">
                <a:solidFill>
                  <a:srgbClr val="1C1C16"/>
                </a:solidFill>
                <a:latin typeface="Arial"/>
                <a:cs typeface="Arial"/>
              </a:rPr>
              <a:t> </a:t>
            </a:r>
            <a:r>
              <a:rPr dirty="0" sz="5400" spc="-185" b="1">
                <a:solidFill>
                  <a:srgbClr val="1C1C16"/>
                </a:solidFill>
                <a:latin typeface="Arial"/>
                <a:cs typeface="Arial"/>
              </a:rPr>
              <a:t>Things </a:t>
            </a:r>
            <a:r>
              <a:rPr dirty="0" sz="5400" spc="-85" b="1">
                <a:solidFill>
                  <a:srgbClr val="1C1C16"/>
                </a:solidFill>
                <a:latin typeface="Arial"/>
                <a:cs typeface="Arial"/>
              </a:rPr>
              <a:t>Break</a:t>
            </a:r>
            <a:endParaRPr sz="5400">
              <a:latin typeface="Arial"/>
              <a:cs typeface="Arial"/>
            </a:endParaRPr>
          </a:p>
          <a:p>
            <a:pPr algn="ctr" marR="60960">
              <a:lnSpc>
                <a:spcPct val="100000"/>
              </a:lnSpc>
              <a:spcBef>
                <a:spcPts val="800"/>
              </a:spcBef>
            </a:pPr>
            <a:r>
              <a:rPr dirty="0" sz="4050" spc="-25" b="1">
                <a:solidFill>
                  <a:srgbClr val="0F5093"/>
                </a:solidFill>
                <a:latin typeface="Arial"/>
                <a:cs typeface="Arial"/>
              </a:rPr>
              <a:t>o,</a:t>
            </a:r>
            <a:endParaRPr sz="405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847607" y="2279087"/>
            <a:ext cx="11459210" cy="9067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0644505" algn="l"/>
              </a:tabLst>
            </a:pPr>
            <a:r>
              <a:rPr dirty="0" sz="5750" spc="-459">
                <a:solidFill>
                  <a:srgbClr val="5B696B"/>
                </a:solidFill>
                <a:latin typeface="Arial"/>
                <a:cs typeface="Arial"/>
              </a:rPr>
              <a:t>1</a:t>
            </a:r>
            <a:r>
              <a:rPr dirty="0" sz="5750" spc="-459">
                <a:solidFill>
                  <a:srgbClr val="758283"/>
                </a:solidFill>
                <a:latin typeface="Arial"/>
                <a:cs typeface="Arial"/>
              </a:rPr>
              <a:t>··</a:t>
            </a:r>
            <a:r>
              <a:rPr dirty="0" sz="5750" spc="-459">
                <a:solidFill>
                  <a:srgbClr val="5B696B"/>
                </a:solidFill>
                <a:latin typeface="Arial"/>
                <a:cs typeface="Arial"/>
              </a:rPr>
              <a:t>·</a:t>
            </a:r>
            <a:r>
              <a:rPr dirty="0" sz="5750" spc="-459">
                <a:solidFill>
                  <a:srgbClr val="758283"/>
                </a:solidFill>
                <a:latin typeface="Arial"/>
                <a:cs typeface="Arial"/>
              </a:rPr>
              <a:t>··</a:t>
            </a:r>
            <a:r>
              <a:rPr dirty="0" sz="5750">
                <a:solidFill>
                  <a:srgbClr val="758283"/>
                </a:solidFill>
                <a:latin typeface="Arial"/>
                <a:cs typeface="Arial"/>
              </a:rPr>
              <a:t>	</a:t>
            </a:r>
            <a:r>
              <a:rPr dirty="0" sz="5750" spc="-1095">
                <a:solidFill>
                  <a:srgbClr val="758283"/>
                </a:solidFill>
                <a:latin typeface="Arial"/>
                <a:cs typeface="Arial"/>
              </a:rPr>
              <a:t>·</a:t>
            </a:r>
            <a:r>
              <a:rPr dirty="0" sz="5750" spc="-1095">
                <a:solidFill>
                  <a:srgbClr val="3B4442"/>
                </a:solidFill>
                <a:latin typeface="Arial"/>
                <a:cs typeface="Arial"/>
              </a:rPr>
              <a:t>·</a:t>
            </a:r>
            <a:r>
              <a:rPr dirty="0" sz="5750" spc="-1095">
                <a:solidFill>
                  <a:srgbClr val="758283"/>
                </a:solidFill>
                <a:latin typeface="Arial"/>
                <a:cs typeface="Arial"/>
              </a:rPr>
              <a:t>··</a:t>
            </a:r>
            <a:r>
              <a:rPr dirty="0" sz="5750" spc="-1095">
                <a:solidFill>
                  <a:srgbClr val="5B696B"/>
                </a:solidFill>
                <a:latin typeface="Arial"/>
                <a:cs typeface="Arial"/>
              </a:rPr>
              <a:t>·</a:t>
            </a:r>
            <a:r>
              <a:rPr dirty="0" sz="5750" spc="-1095">
                <a:solidFill>
                  <a:srgbClr val="758283"/>
                </a:solidFill>
                <a:latin typeface="Arial"/>
                <a:cs typeface="Arial"/>
              </a:rPr>
              <a:t>7</a:t>
            </a:r>
            <a:endParaRPr sz="575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010623" y="2738669"/>
            <a:ext cx="6610350" cy="10293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646430" algn="l"/>
              </a:tabLst>
            </a:pPr>
            <a:r>
              <a:rPr dirty="0" sz="6550" spc="-1110">
                <a:solidFill>
                  <a:srgbClr val="758283"/>
                </a:solidFill>
                <a:latin typeface="Times New Roman"/>
                <a:cs typeface="Times New Roman"/>
              </a:rPr>
              <a:t>:</a:t>
            </a:r>
            <a:r>
              <a:rPr dirty="0" sz="6550">
                <a:solidFill>
                  <a:srgbClr val="758283"/>
                </a:solidFill>
                <a:latin typeface="Times New Roman"/>
                <a:cs typeface="Times New Roman"/>
              </a:rPr>
              <a:t>	</a:t>
            </a:r>
            <a:r>
              <a:rPr dirty="0" sz="6550" spc="140" b="1">
                <a:solidFill>
                  <a:srgbClr val="0F5093"/>
                </a:solidFill>
                <a:latin typeface="Times New Roman"/>
                <a:cs typeface="Times New Roman"/>
              </a:rPr>
              <a:t>D</a:t>
            </a:r>
            <a:r>
              <a:rPr dirty="0" sz="6550" spc="-145" b="1">
                <a:solidFill>
                  <a:srgbClr val="0F5093"/>
                </a:solidFill>
                <a:latin typeface="Times New Roman"/>
                <a:cs typeface="Times New Roman"/>
              </a:rPr>
              <a:t> </a:t>
            </a:r>
            <a:r>
              <a:rPr dirty="0" sz="3750" spc="-270" b="1">
                <a:solidFill>
                  <a:srgbClr val="080805"/>
                </a:solidFill>
                <a:latin typeface="Times New Roman"/>
                <a:cs typeface="Times New Roman"/>
              </a:rPr>
              <a:t>Error:</a:t>
            </a:r>
            <a:r>
              <a:rPr dirty="0" sz="3750" spc="-220" b="1">
                <a:solidFill>
                  <a:srgbClr val="080805"/>
                </a:solidFill>
                <a:latin typeface="Times New Roman"/>
                <a:cs typeface="Times New Roman"/>
              </a:rPr>
              <a:t> </a:t>
            </a:r>
            <a:r>
              <a:rPr dirty="0" sz="3750" spc="-155" b="1">
                <a:solidFill>
                  <a:srgbClr val="080805"/>
                </a:solidFill>
                <a:latin typeface="Times New Roman"/>
                <a:cs typeface="Times New Roman"/>
              </a:rPr>
              <a:t>''Module</a:t>
            </a:r>
            <a:r>
              <a:rPr dirty="0" sz="3750" spc="-90" b="1">
                <a:solidFill>
                  <a:srgbClr val="080805"/>
                </a:solidFill>
                <a:latin typeface="Times New Roman"/>
                <a:cs typeface="Times New Roman"/>
              </a:rPr>
              <a:t> </a:t>
            </a:r>
            <a:r>
              <a:rPr dirty="0" sz="3750" b="1">
                <a:solidFill>
                  <a:srgbClr val="080805"/>
                </a:solidFill>
                <a:latin typeface="Times New Roman"/>
                <a:cs typeface="Times New Roman"/>
              </a:rPr>
              <a:t>not</a:t>
            </a:r>
            <a:r>
              <a:rPr dirty="0" sz="3750" spc="-265" b="1">
                <a:solidFill>
                  <a:srgbClr val="080805"/>
                </a:solidFill>
                <a:latin typeface="Times New Roman"/>
                <a:cs typeface="Times New Roman"/>
              </a:rPr>
              <a:t> </a:t>
            </a:r>
            <a:r>
              <a:rPr dirty="0" sz="3750" spc="-75" b="1">
                <a:solidFill>
                  <a:srgbClr val="080805"/>
                </a:solidFill>
                <a:latin typeface="Times New Roman"/>
                <a:cs typeface="Times New Roman"/>
              </a:rPr>
              <a:t>found''</a:t>
            </a:r>
            <a:endParaRPr sz="37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4308570" y="3351444"/>
            <a:ext cx="65405" cy="2940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750" spc="-715">
                <a:solidFill>
                  <a:srgbClr val="758283"/>
                </a:solidFill>
                <a:latin typeface="Arial"/>
                <a:cs typeface="Arial"/>
              </a:rPr>
              <a:t>1</a:t>
            </a:r>
            <a:endParaRPr sz="175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430071" y="3606767"/>
            <a:ext cx="9291955" cy="5391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050" spc="-114" b="1" i="1">
                <a:solidFill>
                  <a:srgbClr val="080805"/>
                </a:solidFill>
                <a:latin typeface="Arial"/>
                <a:cs typeface="Arial"/>
              </a:rPr>
              <a:t>Fix:</a:t>
            </a:r>
            <a:r>
              <a:rPr dirty="0" sz="3050" spc="-265" b="1" i="1">
                <a:solidFill>
                  <a:srgbClr val="080805"/>
                </a:solidFill>
                <a:latin typeface="Arial"/>
                <a:cs typeface="Arial"/>
              </a:rPr>
              <a:t> </a:t>
            </a:r>
            <a:r>
              <a:rPr dirty="0" sz="3350" spc="-210">
                <a:solidFill>
                  <a:srgbClr val="080805"/>
                </a:solidFill>
                <a:latin typeface="Times New Roman"/>
                <a:cs typeface="Times New Roman"/>
              </a:rPr>
              <a:t>Did</a:t>
            </a:r>
            <a:r>
              <a:rPr dirty="0" sz="3350" spc="-204">
                <a:solidFill>
                  <a:srgbClr val="080805"/>
                </a:solidFill>
                <a:latin typeface="Times New Roman"/>
                <a:cs typeface="Times New Roman"/>
              </a:rPr>
              <a:t> </a:t>
            </a:r>
            <a:r>
              <a:rPr dirty="0" sz="3350" spc="-110">
                <a:solidFill>
                  <a:srgbClr val="080805"/>
                </a:solidFill>
                <a:latin typeface="Times New Roman"/>
                <a:cs typeface="Times New Roman"/>
              </a:rPr>
              <a:t>you</a:t>
            </a:r>
            <a:r>
              <a:rPr dirty="0" sz="3350" spc="-254">
                <a:solidFill>
                  <a:srgbClr val="080805"/>
                </a:solidFill>
                <a:latin typeface="Times New Roman"/>
                <a:cs typeface="Times New Roman"/>
              </a:rPr>
              <a:t> </a:t>
            </a:r>
            <a:r>
              <a:rPr dirty="0" sz="3350" spc="-40">
                <a:solidFill>
                  <a:srgbClr val="080805"/>
                </a:solidFill>
                <a:latin typeface="Times New Roman"/>
                <a:cs typeface="Times New Roman"/>
              </a:rPr>
              <a:t>activate</a:t>
            </a:r>
            <a:r>
              <a:rPr dirty="0" sz="3350" spc="-120">
                <a:solidFill>
                  <a:srgbClr val="080805"/>
                </a:solidFill>
                <a:latin typeface="Times New Roman"/>
                <a:cs typeface="Times New Roman"/>
              </a:rPr>
              <a:t> </a:t>
            </a:r>
            <a:r>
              <a:rPr dirty="0" sz="3350" spc="50">
                <a:solidFill>
                  <a:srgbClr val="080805"/>
                </a:solidFill>
                <a:latin typeface="Times New Roman"/>
                <a:cs typeface="Times New Roman"/>
              </a:rPr>
              <a:t>the</a:t>
            </a:r>
            <a:r>
              <a:rPr dirty="0" sz="3350" spc="-375">
                <a:solidFill>
                  <a:srgbClr val="080805"/>
                </a:solidFill>
                <a:latin typeface="Times New Roman"/>
                <a:cs typeface="Times New Roman"/>
              </a:rPr>
              <a:t> </a:t>
            </a:r>
            <a:r>
              <a:rPr dirty="0" sz="3350" spc="-100">
                <a:solidFill>
                  <a:srgbClr val="080805"/>
                </a:solidFill>
                <a:latin typeface="Times New Roman"/>
                <a:cs typeface="Times New Roman"/>
              </a:rPr>
              <a:t>venv?</a:t>
            </a:r>
            <a:r>
              <a:rPr dirty="0" sz="3350" spc="-290">
                <a:solidFill>
                  <a:srgbClr val="080805"/>
                </a:solidFill>
                <a:latin typeface="Times New Roman"/>
                <a:cs typeface="Times New Roman"/>
              </a:rPr>
              <a:t> </a:t>
            </a:r>
            <a:r>
              <a:rPr dirty="0" sz="3350">
                <a:solidFill>
                  <a:srgbClr val="080805"/>
                </a:solidFill>
                <a:latin typeface="Times New Roman"/>
                <a:cs typeface="Times New Roman"/>
              </a:rPr>
              <a:t>Is</a:t>
            </a:r>
            <a:r>
              <a:rPr dirty="0" sz="3350" spc="-430">
                <a:solidFill>
                  <a:srgbClr val="080805"/>
                </a:solidFill>
                <a:latin typeface="Times New Roman"/>
                <a:cs typeface="Times New Roman"/>
              </a:rPr>
              <a:t> </a:t>
            </a:r>
            <a:r>
              <a:rPr dirty="0" sz="3350" spc="-50">
                <a:solidFill>
                  <a:srgbClr val="080805"/>
                </a:solidFill>
                <a:latin typeface="Times New Roman"/>
                <a:cs typeface="Times New Roman"/>
              </a:rPr>
              <a:t>your</a:t>
            </a:r>
            <a:r>
              <a:rPr dirty="0" sz="3350" spc="-145">
                <a:solidFill>
                  <a:srgbClr val="080805"/>
                </a:solidFill>
                <a:latin typeface="Times New Roman"/>
                <a:cs typeface="Times New Roman"/>
              </a:rPr>
              <a:t> </a:t>
            </a:r>
            <a:r>
              <a:rPr dirty="0" sz="3350" spc="-285">
                <a:solidFill>
                  <a:srgbClr val="080805"/>
                </a:solidFill>
                <a:latin typeface="Times New Roman"/>
                <a:cs typeface="Times New Roman"/>
              </a:rPr>
              <a:t>IDE </a:t>
            </a:r>
            <a:r>
              <a:rPr dirty="0" sz="3350">
                <a:solidFill>
                  <a:srgbClr val="080805"/>
                </a:solidFill>
                <a:latin typeface="Times New Roman"/>
                <a:cs typeface="Times New Roman"/>
              </a:rPr>
              <a:t>interpreter</a:t>
            </a:r>
            <a:r>
              <a:rPr dirty="0" sz="3350" spc="-135">
                <a:solidFill>
                  <a:srgbClr val="080805"/>
                </a:solidFill>
                <a:latin typeface="Times New Roman"/>
                <a:cs typeface="Times New Roman"/>
              </a:rPr>
              <a:t> </a:t>
            </a:r>
            <a:r>
              <a:rPr dirty="0" sz="3350" spc="30">
                <a:solidFill>
                  <a:srgbClr val="1C1C16"/>
                </a:solidFill>
                <a:latin typeface="Times New Roman"/>
                <a:cs typeface="Times New Roman"/>
              </a:rPr>
              <a:t>set</a:t>
            </a:r>
            <a:endParaRPr sz="33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453691" y="4053582"/>
            <a:ext cx="5652135" cy="5391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350" spc="50">
                <a:solidFill>
                  <a:srgbClr val="080805"/>
                </a:solidFill>
                <a:latin typeface="Times New Roman"/>
                <a:cs typeface="Times New Roman"/>
              </a:rPr>
              <a:t>to</a:t>
            </a:r>
            <a:r>
              <a:rPr dirty="0" sz="3350" spc="-50">
                <a:solidFill>
                  <a:srgbClr val="080805"/>
                </a:solidFill>
                <a:latin typeface="Times New Roman"/>
                <a:cs typeface="Times New Roman"/>
              </a:rPr>
              <a:t> </a:t>
            </a:r>
            <a:r>
              <a:rPr dirty="0" sz="3350" spc="175">
                <a:solidFill>
                  <a:srgbClr val="1C1C16"/>
                </a:solidFill>
                <a:latin typeface="Times New Roman"/>
                <a:cs typeface="Times New Roman"/>
              </a:rPr>
              <a:t>.\venv\Scripts\python.exe?</a:t>
            </a:r>
            <a:endParaRPr sz="33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644686" y="4321671"/>
            <a:ext cx="7863205" cy="10293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550" spc="140" b="1">
                <a:solidFill>
                  <a:srgbClr val="0F5093"/>
                </a:solidFill>
                <a:latin typeface="Times New Roman"/>
                <a:cs typeface="Times New Roman"/>
              </a:rPr>
              <a:t>D</a:t>
            </a:r>
            <a:r>
              <a:rPr dirty="0" sz="6550" spc="-170" b="1">
                <a:solidFill>
                  <a:srgbClr val="0F5093"/>
                </a:solidFill>
                <a:latin typeface="Times New Roman"/>
                <a:cs typeface="Times New Roman"/>
              </a:rPr>
              <a:t> </a:t>
            </a:r>
            <a:r>
              <a:rPr dirty="0" sz="3750" spc="-270" b="1">
                <a:solidFill>
                  <a:srgbClr val="080805"/>
                </a:solidFill>
                <a:latin typeface="Times New Roman"/>
                <a:cs typeface="Times New Roman"/>
              </a:rPr>
              <a:t>Error:</a:t>
            </a:r>
            <a:r>
              <a:rPr dirty="0" sz="3750" spc="-125" b="1">
                <a:solidFill>
                  <a:srgbClr val="080805"/>
                </a:solidFill>
                <a:latin typeface="Times New Roman"/>
                <a:cs typeface="Times New Roman"/>
              </a:rPr>
              <a:t> </a:t>
            </a:r>
            <a:r>
              <a:rPr dirty="0" sz="3750" spc="-210" b="1">
                <a:solidFill>
                  <a:srgbClr val="080805"/>
                </a:solidFill>
                <a:latin typeface="Times New Roman"/>
                <a:cs typeface="Times New Roman"/>
              </a:rPr>
              <a:t>''Quarto</a:t>
            </a:r>
            <a:r>
              <a:rPr dirty="0" sz="3750" spc="-204" b="1">
                <a:solidFill>
                  <a:srgbClr val="080805"/>
                </a:solidFill>
                <a:latin typeface="Times New Roman"/>
                <a:cs typeface="Times New Roman"/>
              </a:rPr>
              <a:t> </a:t>
            </a:r>
            <a:r>
              <a:rPr dirty="0" sz="3750" spc="-114" b="1">
                <a:solidFill>
                  <a:srgbClr val="080805"/>
                </a:solidFill>
                <a:latin typeface="Times New Roman"/>
                <a:cs typeface="Times New Roman"/>
              </a:rPr>
              <a:t>command</a:t>
            </a:r>
            <a:r>
              <a:rPr dirty="0" sz="3750" spc="-55" b="1">
                <a:solidFill>
                  <a:srgbClr val="080805"/>
                </a:solidFill>
                <a:latin typeface="Times New Roman"/>
                <a:cs typeface="Times New Roman"/>
              </a:rPr>
              <a:t> </a:t>
            </a:r>
            <a:r>
              <a:rPr dirty="0" sz="3750" b="1">
                <a:solidFill>
                  <a:srgbClr val="080805"/>
                </a:solidFill>
                <a:latin typeface="Times New Roman"/>
                <a:cs typeface="Times New Roman"/>
              </a:rPr>
              <a:t>not</a:t>
            </a:r>
            <a:r>
              <a:rPr dirty="0" sz="3750" spc="-375" b="1">
                <a:solidFill>
                  <a:srgbClr val="080805"/>
                </a:solidFill>
                <a:latin typeface="Times New Roman"/>
                <a:cs typeface="Times New Roman"/>
              </a:rPr>
              <a:t> </a:t>
            </a:r>
            <a:r>
              <a:rPr dirty="0" sz="3750" spc="-55" b="1">
                <a:solidFill>
                  <a:srgbClr val="080805"/>
                </a:solidFill>
                <a:latin typeface="Times New Roman"/>
                <a:cs typeface="Times New Roman"/>
              </a:rPr>
              <a:t>found''</a:t>
            </a:r>
            <a:endParaRPr sz="375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430071" y="5177002"/>
            <a:ext cx="9446895" cy="5391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050" spc="-114" b="1" i="1">
                <a:solidFill>
                  <a:srgbClr val="080805"/>
                </a:solidFill>
                <a:latin typeface="Arial"/>
                <a:cs typeface="Arial"/>
              </a:rPr>
              <a:t>Fix:</a:t>
            </a:r>
            <a:r>
              <a:rPr dirty="0" sz="3050" spc="-175" b="1" i="1">
                <a:solidFill>
                  <a:srgbClr val="080805"/>
                </a:solidFill>
                <a:latin typeface="Arial"/>
                <a:cs typeface="Arial"/>
              </a:rPr>
              <a:t> </a:t>
            </a:r>
            <a:r>
              <a:rPr dirty="0" sz="3350">
                <a:solidFill>
                  <a:srgbClr val="080805"/>
                </a:solidFill>
                <a:latin typeface="Times New Roman"/>
                <a:cs typeface="Times New Roman"/>
              </a:rPr>
              <a:t>Is</a:t>
            </a:r>
            <a:r>
              <a:rPr dirty="0" sz="3350" spc="-420">
                <a:solidFill>
                  <a:srgbClr val="080805"/>
                </a:solidFill>
                <a:latin typeface="Times New Roman"/>
                <a:cs typeface="Times New Roman"/>
              </a:rPr>
              <a:t> </a:t>
            </a:r>
            <a:r>
              <a:rPr dirty="0" sz="3350" spc="-85">
                <a:solidFill>
                  <a:srgbClr val="080805"/>
                </a:solidFill>
                <a:latin typeface="Times New Roman"/>
                <a:cs typeface="Times New Roman"/>
              </a:rPr>
              <a:t>Quarto</a:t>
            </a:r>
            <a:r>
              <a:rPr dirty="0" sz="3350" spc="-235">
                <a:solidFill>
                  <a:srgbClr val="080805"/>
                </a:solidFill>
                <a:latin typeface="Times New Roman"/>
                <a:cs typeface="Times New Roman"/>
              </a:rPr>
              <a:t> </a:t>
            </a:r>
            <a:r>
              <a:rPr dirty="0" sz="3350">
                <a:solidFill>
                  <a:srgbClr val="080805"/>
                </a:solidFill>
                <a:latin typeface="Times New Roman"/>
                <a:cs typeface="Times New Roman"/>
              </a:rPr>
              <a:t>in</a:t>
            </a:r>
            <a:r>
              <a:rPr dirty="0" sz="3350" spc="-320">
                <a:solidFill>
                  <a:srgbClr val="080805"/>
                </a:solidFill>
                <a:latin typeface="Times New Roman"/>
                <a:cs typeface="Times New Roman"/>
              </a:rPr>
              <a:t> </a:t>
            </a:r>
            <a:r>
              <a:rPr dirty="0" sz="3350" spc="-50">
                <a:solidFill>
                  <a:srgbClr val="080805"/>
                </a:solidFill>
                <a:latin typeface="Times New Roman"/>
                <a:cs typeface="Times New Roman"/>
              </a:rPr>
              <a:t>your</a:t>
            </a:r>
            <a:r>
              <a:rPr dirty="0" sz="3350" spc="-170">
                <a:solidFill>
                  <a:srgbClr val="080805"/>
                </a:solidFill>
                <a:latin typeface="Times New Roman"/>
                <a:cs typeface="Times New Roman"/>
              </a:rPr>
              <a:t> </a:t>
            </a:r>
            <a:r>
              <a:rPr dirty="0" sz="2850" spc="-220">
                <a:solidFill>
                  <a:srgbClr val="080805"/>
                </a:solidFill>
                <a:latin typeface="Arial"/>
                <a:cs typeface="Arial"/>
              </a:rPr>
              <a:t>PATH</a:t>
            </a:r>
            <a:r>
              <a:rPr dirty="0" sz="2850" spc="-245">
                <a:solidFill>
                  <a:srgbClr val="080805"/>
                </a:solidFill>
                <a:latin typeface="Arial"/>
                <a:cs typeface="Arial"/>
              </a:rPr>
              <a:t> </a:t>
            </a:r>
            <a:r>
              <a:rPr dirty="0" sz="3350" spc="-65">
                <a:solidFill>
                  <a:srgbClr val="080805"/>
                </a:solidFill>
                <a:latin typeface="Times New Roman"/>
                <a:cs typeface="Times New Roman"/>
              </a:rPr>
              <a:t>variable?</a:t>
            </a:r>
            <a:r>
              <a:rPr dirty="0" sz="3350" spc="-204">
                <a:solidFill>
                  <a:srgbClr val="080805"/>
                </a:solidFill>
                <a:latin typeface="Times New Roman"/>
                <a:cs typeface="Times New Roman"/>
              </a:rPr>
              <a:t> </a:t>
            </a:r>
            <a:r>
              <a:rPr dirty="0" sz="3350" spc="-35">
                <a:solidFill>
                  <a:srgbClr val="080805"/>
                </a:solidFill>
                <a:latin typeface="Times New Roman"/>
                <a:cs typeface="Times New Roman"/>
              </a:rPr>
              <a:t>Restart</a:t>
            </a:r>
            <a:r>
              <a:rPr dirty="0" sz="3350" spc="-65">
                <a:solidFill>
                  <a:srgbClr val="080805"/>
                </a:solidFill>
                <a:latin typeface="Times New Roman"/>
                <a:cs typeface="Times New Roman"/>
              </a:rPr>
              <a:t> </a:t>
            </a:r>
            <a:r>
              <a:rPr dirty="0" sz="3350" spc="50">
                <a:solidFill>
                  <a:srgbClr val="080805"/>
                </a:solidFill>
                <a:latin typeface="Times New Roman"/>
                <a:cs typeface="Times New Roman"/>
              </a:rPr>
              <a:t>the</a:t>
            </a:r>
            <a:r>
              <a:rPr dirty="0" sz="3350" spc="-265">
                <a:solidFill>
                  <a:srgbClr val="080805"/>
                </a:solidFill>
                <a:latin typeface="Times New Roman"/>
                <a:cs typeface="Times New Roman"/>
              </a:rPr>
              <a:t> </a:t>
            </a:r>
            <a:r>
              <a:rPr dirty="0" sz="3350" spc="-10">
                <a:solidFill>
                  <a:srgbClr val="080805"/>
                </a:solidFill>
                <a:latin typeface="Times New Roman"/>
                <a:cs typeface="Times New Roman"/>
              </a:rPr>
              <a:t>terminal.</a:t>
            </a:r>
            <a:endParaRPr sz="33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644686" y="5457857"/>
            <a:ext cx="7959090" cy="10293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550" spc="140" b="1">
                <a:solidFill>
                  <a:srgbClr val="0F5093"/>
                </a:solidFill>
                <a:latin typeface="Times New Roman"/>
                <a:cs typeface="Times New Roman"/>
              </a:rPr>
              <a:t>D</a:t>
            </a:r>
            <a:r>
              <a:rPr dirty="0" sz="6550" spc="-180" b="1">
                <a:solidFill>
                  <a:srgbClr val="0F5093"/>
                </a:solidFill>
                <a:latin typeface="Times New Roman"/>
                <a:cs typeface="Times New Roman"/>
              </a:rPr>
              <a:t> </a:t>
            </a:r>
            <a:r>
              <a:rPr dirty="0" sz="3750" spc="-270" b="1">
                <a:solidFill>
                  <a:srgbClr val="080805"/>
                </a:solidFill>
                <a:latin typeface="Times New Roman"/>
                <a:cs typeface="Times New Roman"/>
              </a:rPr>
              <a:t>Error:</a:t>
            </a:r>
            <a:r>
              <a:rPr dirty="0" sz="3750" spc="-130" b="1">
                <a:solidFill>
                  <a:srgbClr val="080805"/>
                </a:solidFill>
                <a:latin typeface="Times New Roman"/>
                <a:cs typeface="Times New Roman"/>
              </a:rPr>
              <a:t> </a:t>
            </a:r>
            <a:r>
              <a:rPr dirty="0" sz="3750" spc="-140" b="1">
                <a:solidFill>
                  <a:srgbClr val="080805"/>
                </a:solidFill>
                <a:latin typeface="Times New Roman"/>
                <a:cs typeface="Times New Roman"/>
              </a:rPr>
              <a:t>''Script</a:t>
            </a:r>
            <a:r>
              <a:rPr dirty="0" sz="3750" spc="-225" b="1">
                <a:solidFill>
                  <a:srgbClr val="080805"/>
                </a:solidFill>
                <a:latin typeface="Times New Roman"/>
                <a:cs typeface="Times New Roman"/>
              </a:rPr>
              <a:t> </a:t>
            </a:r>
            <a:r>
              <a:rPr dirty="0" sz="3750" spc="-95" b="1">
                <a:solidFill>
                  <a:srgbClr val="080805"/>
                </a:solidFill>
                <a:latin typeface="Times New Roman"/>
                <a:cs typeface="Times New Roman"/>
              </a:rPr>
              <a:t>disabled''</a:t>
            </a:r>
            <a:r>
              <a:rPr dirty="0" sz="3750" spc="-100" b="1">
                <a:solidFill>
                  <a:srgbClr val="080805"/>
                </a:solidFill>
                <a:latin typeface="Times New Roman"/>
                <a:cs typeface="Times New Roman"/>
              </a:rPr>
              <a:t> </a:t>
            </a:r>
            <a:r>
              <a:rPr dirty="0" sz="3750" spc="-90" b="1">
                <a:solidFill>
                  <a:srgbClr val="080805"/>
                </a:solidFill>
                <a:latin typeface="Times New Roman"/>
                <a:cs typeface="Times New Roman"/>
              </a:rPr>
              <a:t>(PowerShell)</a:t>
            </a:r>
            <a:endParaRPr sz="375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430071" y="6325955"/>
            <a:ext cx="8011159" cy="5391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5509895" algn="l"/>
              </a:tabLst>
            </a:pPr>
            <a:r>
              <a:rPr dirty="0" sz="3050" spc="-114" b="1" i="1">
                <a:solidFill>
                  <a:srgbClr val="080805"/>
                </a:solidFill>
                <a:latin typeface="Arial"/>
                <a:cs typeface="Arial"/>
              </a:rPr>
              <a:t>Fix:</a:t>
            </a:r>
            <a:r>
              <a:rPr dirty="0" sz="3050" spc="-140" b="1" i="1">
                <a:solidFill>
                  <a:srgbClr val="080805"/>
                </a:solidFill>
                <a:latin typeface="Arial"/>
                <a:cs typeface="Arial"/>
              </a:rPr>
              <a:t> </a:t>
            </a:r>
            <a:r>
              <a:rPr dirty="0" sz="3350" spc="-155">
                <a:solidFill>
                  <a:srgbClr val="080805"/>
                </a:solidFill>
                <a:latin typeface="Times New Roman"/>
                <a:cs typeface="Times New Roman"/>
              </a:rPr>
              <a:t>Run</a:t>
            </a:r>
            <a:r>
              <a:rPr dirty="0" sz="3350" spc="-300">
                <a:solidFill>
                  <a:srgbClr val="080805"/>
                </a:solidFill>
                <a:latin typeface="Times New Roman"/>
                <a:cs typeface="Times New Roman"/>
              </a:rPr>
              <a:t> </a:t>
            </a:r>
            <a:r>
              <a:rPr dirty="0" sz="3350" spc="130">
                <a:solidFill>
                  <a:srgbClr val="080805"/>
                </a:solidFill>
                <a:latin typeface="Times New Roman"/>
                <a:cs typeface="Times New Roman"/>
              </a:rPr>
              <a:t>Set-</a:t>
            </a:r>
            <a:r>
              <a:rPr dirty="0" sz="3350" spc="135">
                <a:solidFill>
                  <a:srgbClr val="080805"/>
                </a:solidFill>
                <a:latin typeface="Times New Roman"/>
                <a:cs typeface="Times New Roman"/>
              </a:rPr>
              <a:t>ExecutionPolicy</a:t>
            </a:r>
            <a:r>
              <a:rPr dirty="0" sz="3350">
                <a:solidFill>
                  <a:srgbClr val="080805"/>
                </a:solidFill>
                <a:latin typeface="Times New Roman"/>
                <a:cs typeface="Times New Roman"/>
              </a:rPr>
              <a:t>	</a:t>
            </a:r>
            <a:r>
              <a:rPr dirty="0" sz="3350" spc="-75">
                <a:solidFill>
                  <a:srgbClr val="080805"/>
                </a:solidFill>
                <a:latin typeface="Times New Roman"/>
                <a:cs typeface="Times New Roman"/>
              </a:rPr>
              <a:t>RemoteSigned.</a:t>
            </a:r>
            <a:endParaRPr sz="335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475673" y="6606811"/>
            <a:ext cx="8766175" cy="10293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181100" algn="l"/>
              </a:tabLst>
            </a:pPr>
            <a:r>
              <a:rPr dirty="0" sz="6550" spc="-50">
                <a:solidFill>
                  <a:srgbClr val="758283"/>
                </a:solidFill>
                <a:latin typeface="Times New Roman"/>
                <a:cs typeface="Times New Roman"/>
              </a:rPr>
              <a:t>:</a:t>
            </a:r>
            <a:r>
              <a:rPr dirty="0" sz="6550">
                <a:solidFill>
                  <a:srgbClr val="758283"/>
                </a:solidFill>
                <a:latin typeface="Times New Roman"/>
                <a:cs typeface="Times New Roman"/>
              </a:rPr>
              <a:t>	</a:t>
            </a:r>
            <a:r>
              <a:rPr dirty="0" sz="6550" spc="140" b="1">
                <a:solidFill>
                  <a:srgbClr val="0F5093"/>
                </a:solidFill>
                <a:latin typeface="Times New Roman"/>
                <a:cs typeface="Times New Roman"/>
              </a:rPr>
              <a:t>D</a:t>
            </a:r>
            <a:r>
              <a:rPr dirty="0" sz="6550" spc="-130" b="1">
                <a:solidFill>
                  <a:srgbClr val="0F5093"/>
                </a:solidFill>
                <a:latin typeface="Times New Roman"/>
                <a:cs typeface="Times New Roman"/>
              </a:rPr>
              <a:t> </a:t>
            </a:r>
            <a:r>
              <a:rPr dirty="0" sz="3750" spc="-270" b="1">
                <a:solidFill>
                  <a:srgbClr val="080805"/>
                </a:solidFill>
                <a:latin typeface="Times New Roman"/>
                <a:cs typeface="Times New Roman"/>
              </a:rPr>
              <a:t>Error:</a:t>
            </a:r>
            <a:r>
              <a:rPr dirty="0" sz="3750" spc="-100" b="1">
                <a:solidFill>
                  <a:srgbClr val="080805"/>
                </a:solidFill>
                <a:latin typeface="Times New Roman"/>
                <a:cs typeface="Times New Roman"/>
              </a:rPr>
              <a:t> </a:t>
            </a:r>
            <a:r>
              <a:rPr dirty="0" sz="3750" spc="-155" b="1">
                <a:solidFill>
                  <a:srgbClr val="080805"/>
                </a:solidFill>
                <a:latin typeface="Times New Roman"/>
                <a:cs typeface="Times New Roman"/>
              </a:rPr>
              <a:t>''Changes</a:t>
            </a:r>
            <a:r>
              <a:rPr dirty="0" sz="3750" spc="-145" b="1">
                <a:solidFill>
                  <a:srgbClr val="080805"/>
                </a:solidFill>
                <a:latin typeface="Times New Roman"/>
                <a:cs typeface="Times New Roman"/>
              </a:rPr>
              <a:t> </a:t>
            </a:r>
            <a:r>
              <a:rPr dirty="0" sz="3750" b="1">
                <a:solidFill>
                  <a:srgbClr val="080805"/>
                </a:solidFill>
                <a:latin typeface="Times New Roman"/>
                <a:cs typeface="Times New Roman"/>
              </a:rPr>
              <a:t>not</a:t>
            </a:r>
            <a:r>
              <a:rPr dirty="0" sz="3750" spc="-275" b="1">
                <a:solidFill>
                  <a:srgbClr val="080805"/>
                </a:solidFill>
                <a:latin typeface="Times New Roman"/>
                <a:cs typeface="Times New Roman"/>
              </a:rPr>
              <a:t> </a:t>
            </a:r>
            <a:r>
              <a:rPr dirty="0" sz="3750" spc="-55" b="1">
                <a:solidFill>
                  <a:srgbClr val="080805"/>
                </a:solidFill>
                <a:latin typeface="Times New Roman"/>
                <a:cs typeface="Times New Roman"/>
              </a:rPr>
              <a:t>visible</a:t>
            </a:r>
            <a:r>
              <a:rPr dirty="0" sz="3750" spc="-190" b="1">
                <a:solidFill>
                  <a:srgbClr val="080805"/>
                </a:solidFill>
                <a:latin typeface="Times New Roman"/>
                <a:cs typeface="Times New Roman"/>
              </a:rPr>
              <a:t> </a:t>
            </a:r>
            <a:r>
              <a:rPr dirty="0" sz="3750" spc="-10" b="1">
                <a:solidFill>
                  <a:srgbClr val="080805"/>
                </a:solidFill>
                <a:latin typeface="Times New Roman"/>
                <a:cs typeface="Times New Roman"/>
              </a:rPr>
              <a:t>online''</a:t>
            </a:r>
            <a:endParaRPr sz="375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512457" y="7500441"/>
            <a:ext cx="655320" cy="492759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537210" algn="l"/>
              </a:tabLst>
            </a:pPr>
            <a:r>
              <a:rPr dirty="0" sz="3050" spc="-50">
                <a:solidFill>
                  <a:srgbClr val="758283"/>
                </a:solidFill>
                <a:latin typeface="Arial"/>
                <a:cs typeface="Arial"/>
              </a:rPr>
              <a:t>:</a:t>
            </a:r>
            <a:r>
              <a:rPr dirty="0" sz="3050">
                <a:solidFill>
                  <a:srgbClr val="758283"/>
                </a:solidFill>
                <a:latin typeface="Arial"/>
                <a:cs typeface="Arial"/>
              </a:rPr>
              <a:t>	</a:t>
            </a:r>
            <a:r>
              <a:rPr dirty="0" sz="3050" spc="-50">
                <a:solidFill>
                  <a:srgbClr val="758283"/>
                </a:solidFill>
                <a:latin typeface="Arial"/>
                <a:cs typeface="Arial"/>
              </a:rPr>
              <a:t>,</a:t>
            </a:r>
            <a:endParaRPr sz="305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430071" y="7462142"/>
            <a:ext cx="10629900" cy="5391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9925685" algn="l"/>
                <a:tab pos="10390505" algn="l"/>
              </a:tabLst>
            </a:pPr>
            <a:r>
              <a:rPr dirty="0" sz="3050" spc="-114" b="1" i="1">
                <a:solidFill>
                  <a:srgbClr val="080805"/>
                </a:solidFill>
                <a:latin typeface="Arial"/>
                <a:cs typeface="Arial"/>
              </a:rPr>
              <a:t>Fix:</a:t>
            </a:r>
            <a:r>
              <a:rPr dirty="0" sz="3050" spc="-135" b="1" i="1">
                <a:solidFill>
                  <a:srgbClr val="080805"/>
                </a:solidFill>
                <a:latin typeface="Arial"/>
                <a:cs typeface="Arial"/>
              </a:rPr>
              <a:t> </a:t>
            </a:r>
            <a:r>
              <a:rPr dirty="0" sz="3350" spc="-240">
                <a:solidFill>
                  <a:srgbClr val="080805"/>
                </a:solidFill>
                <a:latin typeface="Times New Roman"/>
                <a:cs typeface="Times New Roman"/>
              </a:rPr>
              <a:t>Did</a:t>
            </a:r>
            <a:r>
              <a:rPr dirty="0" sz="3350" spc="-175">
                <a:solidFill>
                  <a:srgbClr val="080805"/>
                </a:solidFill>
                <a:latin typeface="Times New Roman"/>
                <a:cs typeface="Times New Roman"/>
              </a:rPr>
              <a:t> </a:t>
            </a:r>
            <a:r>
              <a:rPr dirty="0" sz="3350" spc="-110">
                <a:solidFill>
                  <a:srgbClr val="080805"/>
                </a:solidFill>
                <a:latin typeface="Times New Roman"/>
                <a:cs typeface="Times New Roman"/>
              </a:rPr>
              <a:t>you</a:t>
            </a:r>
            <a:r>
              <a:rPr dirty="0" sz="3350" spc="-235">
                <a:solidFill>
                  <a:srgbClr val="080805"/>
                </a:solidFill>
                <a:latin typeface="Times New Roman"/>
                <a:cs typeface="Times New Roman"/>
              </a:rPr>
              <a:t> </a:t>
            </a:r>
            <a:r>
              <a:rPr dirty="0" sz="3350" spc="-105">
                <a:solidFill>
                  <a:srgbClr val="080805"/>
                </a:solidFill>
                <a:latin typeface="Times New Roman"/>
                <a:cs typeface="Times New Roman"/>
              </a:rPr>
              <a:t>Commit</a:t>
            </a:r>
            <a:r>
              <a:rPr dirty="0" sz="3350" spc="-220">
                <a:solidFill>
                  <a:srgbClr val="080805"/>
                </a:solidFill>
                <a:latin typeface="Times New Roman"/>
                <a:cs typeface="Times New Roman"/>
              </a:rPr>
              <a:t> </a:t>
            </a:r>
            <a:r>
              <a:rPr dirty="0" sz="3350" spc="-395">
                <a:solidFill>
                  <a:srgbClr val="080805"/>
                </a:solidFill>
                <a:latin typeface="Times New Roman"/>
                <a:cs typeface="Times New Roman"/>
              </a:rPr>
              <a:t>AND</a:t>
            </a:r>
            <a:r>
              <a:rPr dirty="0" sz="3350" spc="-220">
                <a:solidFill>
                  <a:srgbClr val="080805"/>
                </a:solidFill>
                <a:latin typeface="Times New Roman"/>
                <a:cs typeface="Times New Roman"/>
              </a:rPr>
              <a:t> </a:t>
            </a:r>
            <a:r>
              <a:rPr dirty="0" sz="3350" spc="-60">
                <a:solidFill>
                  <a:srgbClr val="080805"/>
                </a:solidFill>
                <a:latin typeface="Times New Roman"/>
                <a:cs typeface="Times New Roman"/>
              </a:rPr>
              <a:t>Push?</a:t>
            </a:r>
            <a:r>
              <a:rPr dirty="0" sz="3350" spc="-345">
                <a:solidFill>
                  <a:srgbClr val="080805"/>
                </a:solidFill>
                <a:latin typeface="Times New Roman"/>
                <a:cs typeface="Times New Roman"/>
              </a:rPr>
              <a:t> </a:t>
            </a:r>
            <a:r>
              <a:rPr dirty="0" sz="3350" spc="-70">
                <a:solidFill>
                  <a:srgbClr val="080805"/>
                </a:solidFill>
                <a:latin typeface="Times New Roman"/>
                <a:cs typeface="Times New Roman"/>
              </a:rPr>
              <a:t>(Committing</a:t>
            </a:r>
            <a:r>
              <a:rPr dirty="0" sz="3350" spc="-75">
                <a:solidFill>
                  <a:srgbClr val="080805"/>
                </a:solidFill>
                <a:latin typeface="Times New Roman"/>
                <a:cs typeface="Times New Roman"/>
              </a:rPr>
              <a:t> </a:t>
            </a:r>
            <a:r>
              <a:rPr dirty="0" sz="3350">
                <a:solidFill>
                  <a:srgbClr val="080805"/>
                </a:solidFill>
                <a:latin typeface="Times New Roman"/>
                <a:cs typeface="Times New Roman"/>
              </a:rPr>
              <a:t>is</a:t>
            </a:r>
            <a:r>
              <a:rPr dirty="0" sz="3350" spc="-390">
                <a:solidFill>
                  <a:srgbClr val="080805"/>
                </a:solidFill>
                <a:latin typeface="Times New Roman"/>
                <a:cs typeface="Times New Roman"/>
              </a:rPr>
              <a:t> </a:t>
            </a:r>
            <a:r>
              <a:rPr dirty="0" sz="3350" spc="-65">
                <a:solidFill>
                  <a:srgbClr val="080805"/>
                </a:solidFill>
                <a:latin typeface="Times New Roman"/>
                <a:cs typeface="Times New Roman"/>
              </a:rPr>
              <a:t>local</a:t>
            </a:r>
            <a:r>
              <a:rPr dirty="0" sz="3350" spc="-254">
                <a:solidFill>
                  <a:srgbClr val="080805"/>
                </a:solidFill>
                <a:latin typeface="Times New Roman"/>
                <a:cs typeface="Times New Roman"/>
              </a:rPr>
              <a:t> </a:t>
            </a:r>
            <a:r>
              <a:rPr dirty="0" sz="3350" spc="-10">
                <a:solidFill>
                  <a:srgbClr val="080805"/>
                </a:solidFill>
                <a:latin typeface="Times New Roman"/>
                <a:cs typeface="Times New Roman"/>
              </a:rPr>
              <a:t>only).</a:t>
            </a:r>
            <a:r>
              <a:rPr dirty="0" sz="3350">
                <a:solidFill>
                  <a:srgbClr val="080805"/>
                </a:solidFill>
                <a:latin typeface="Times New Roman"/>
                <a:cs typeface="Times New Roman"/>
              </a:rPr>
              <a:t>	</a:t>
            </a:r>
            <a:r>
              <a:rPr dirty="0" sz="3350" spc="20">
                <a:solidFill>
                  <a:srgbClr val="758283"/>
                </a:solidFill>
                <a:latin typeface="Times New Roman"/>
                <a:cs typeface="Times New Roman"/>
              </a:rPr>
              <a:t>:</a:t>
            </a:r>
            <a:r>
              <a:rPr dirty="0" sz="3350">
                <a:solidFill>
                  <a:srgbClr val="758283"/>
                </a:solidFill>
                <a:latin typeface="Times New Roman"/>
                <a:cs typeface="Times New Roman"/>
              </a:rPr>
              <a:t>	</a:t>
            </a:r>
            <a:r>
              <a:rPr dirty="0" sz="3350" spc="25">
                <a:solidFill>
                  <a:srgbClr val="8C9797"/>
                </a:solidFill>
                <a:latin typeface="Times New Roman"/>
                <a:cs typeface="Times New Roman"/>
              </a:rPr>
              <a:t>..</a:t>
            </a:r>
            <a:endParaRPr sz="335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2458480" y="8515281"/>
            <a:ext cx="64135" cy="0"/>
          </a:xfrm>
          <a:custGeom>
            <a:avLst/>
            <a:gdLst/>
            <a:ahLst/>
            <a:cxnLst/>
            <a:rect l="l" t="t" r="r" b="b"/>
            <a:pathLst>
              <a:path w="64135" h="0">
                <a:moveTo>
                  <a:pt x="0" y="0"/>
                </a:moveTo>
                <a:lnTo>
                  <a:pt x="63684" y="0"/>
                </a:lnTo>
              </a:path>
            </a:pathLst>
          </a:custGeom>
          <a:ln w="12766">
            <a:solidFill>
              <a:srgbClr val="75828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2445779" y="7774913"/>
            <a:ext cx="11637645" cy="899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634365" algn="l"/>
                <a:tab pos="1132205" algn="l"/>
              </a:tabLst>
            </a:pPr>
            <a:r>
              <a:rPr dirty="0" sz="5700" spc="-4555">
                <a:solidFill>
                  <a:srgbClr val="758283"/>
                </a:solidFill>
                <a:latin typeface="Times New Roman"/>
                <a:cs typeface="Times New Roman"/>
              </a:rPr>
              <a:t>�</a:t>
            </a:r>
            <a:r>
              <a:rPr dirty="0" sz="5700">
                <a:solidFill>
                  <a:srgbClr val="758283"/>
                </a:solidFill>
                <a:latin typeface="Times New Roman"/>
                <a:cs typeface="Times New Roman"/>
              </a:rPr>
              <a:t>	</a:t>
            </a:r>
            <a:r>
              <a:rPr dirty="0" sz="5700" spc="-2810">
                <a:solidFill>
                  <a:srgbClr val="758283"/>
                </a:solidFill>
                <a:latin typeface="Times New Roman"/>
                <a:cs typeface="Times New Roman"/>
              </a:rPr>
              <a:t>L</a:t>
            </a:r>
            <a:r>
              <a:rPr dirty="0" sz="5700">
                <a:solidFill>
                  <a:srgbClr val="758283"/>
                </a:solidFill>
                <a:latin typeface="Times New Roman"/>
                <a:cs typeface="Times New Roman"/>
              </a:rPr>
              <a:t>	</a:t>
            </a:r>
            <a:r>
              <a:rPr dirty="0" sz="5700" spc="-290">
                <a:solidFill>
                  <a:srgbClr val="758283"/>
                </a:solidFill>
                <a:latin typeface="Times New Roman"/>
                <a:cs typeface="Times New Roman"/>
              </a:rPr>
              <a:t>..</a:t>
            </a:r>
            <a:r>
              <a:rPr dirty="0" sz="5700" spc="-290">
                <a:solidFill>
                  <a:srgbClr val="5B696B"/>
                </a:solidFill>
                <a:latin typeface="Times New Roman"/>
                <a:cs typeface="Times New Roman"/>
              </a:rPr>
              <a:t>.</a:t>
            </a:r>
            <a:r>
              <a:rPr dirty="0" sz="5700" spc="-1340">
                <a:solidFill>
                  <a:srgbClr val="758283"/>
                </a:solidFill>
                <a:latin typeface="Times New Roman"/>
                <a:cs typeface="Times New Roman"/>
              </a:rPr>
              <a:t>.</a:t>
            </a:r>
            <a:r>
              <a:rPr dirty="0" sz="3350" spc="-310">
                <a:solidFill>
                  <a:srgbClr val="080805"/>
                </a:solidFill>
                <a:latin typeface="Times New Roman"/>
                <a:cs typeface="Times New Roman"/>
              </a:rPr>
              <a:t>Th</a:t>
            </a:r>
            <a:r>
              <a:rPr dirty="0" sz="3350" spc="-300">
                <a:solidFill>
                  <a:srgbClr val="080805"/>
                </a:solidFill>
                <a:latin typeface="Times New Roman"/>
                <a:cs typeface="Times New Roman"/>
              </a:rPr>
              <a:t>e</a:t>
            </a:r>
            <a:r>
              <a:rPr dirty="0" sz="3350" spc="-275">
                <a:solidFill>
                  <a:srgbClr val="080805"/>
                </a:solidFill>
                <a:latin typeface="Times New Roman"/>
                <a:cs typeface="Times New Roman"/>
              </a:rPr>
              <a:t> </a:t>
            </a:r>
            <a:r>
              <a:rPr dirty="0" sz="3350">
                <a:solidFill>
                  <a:srgbClr val="080805"/>
                </a:solidFill>
                <a:latin typeface="Times New Roman"/>
                <a:cs typeface="Times New Roman"/>
              </a:rPr>
              <a:t>setup</a:t>
            </a:r>
            <a:r>
              <a:rPr dirty="0" sz="3350" spc="-290">
                <a:solidFill>
                  <a:srgbClr val="080805"/>
                </a:solidFill>
                <a:latin typeface="Times New Roman"/>
                <a:cs typeface="Times New Roman"/>
              </a:rPr>
              <a:t> </a:t>
            </a:r>
            <a:r>
              <a:rPr dirty="0" sz="3350" spc="75">
                <a:solidFill>
                  <a:srgbClr val="080805"/>
                </a:solidFill>
                <a:latin typeface="Times New Roman"/>
                <a:cs typeface="Times New Roman"/>
              </a:rPr>
              <a:t>is</a:t>
            </a:r>
            <a:r>
              <a:rPr dirty="0" sz="3350" spc="-340">
                <a:solidFill>
                  <a:srgbClr val="080805"/>
                </a:solidFill>
                <a:latin typeface="Times New Roman"/>
                <a:cs typeface="Times New Roman"/>
              </a:rPr>
              <a:t> </a:t>
            </a:r>
            <a:r>
              <a:rPr dirty="0" sz="3350" spc="50">
                <a:solidFill>
                  <a:srgbClr val="080805"/>
                </a:solidFill>
                <a:latin typeface="Times New Roman"/>
                <a:cs typeface="Times New Roman"/>
              </a:rPr>
              <a:t>the</a:t>
            </a:r>
            <a:r>
              <a:rPr dirty="0" sz="3350" spc="-355">
                <a:solidFill>
                  <a:srgbClr val="080805"/>
                </a:solidFill>
                <a:latin typeface="Times New Roman"/>
                <a:cs typeface="Times New Roman"/>
              </a:rPr>
              <a:t> </a:t>
            </a:r>
            <a:r>
              <a:rPr dirty="0" sz="3350">
                <a:solidFill>
                  <a:srgbClr val="080805"/>
                </a:solidFill>
                <a:latin typeface="Times New Roman"/>
                <a:cs typeface="Times New Roman"/>
              </a:rPr>
              <a:t>hardest</a:t>
            </a:r>
            <a:r>
              <a:rPr dirty="0" sz="3350" spc="-125">
                <a:solidFill>
                  <a:srgbClr val="080805"/>
                </a:solidFill>
                <a:latin typeface="Times New Roman"/>
                <a:cs typeface="Times New Roman"/>
              </a:rPr>
              <a:t> </a:t>
            </a:r>
            <a:r>
              <a:rPr dirty="0" sz="3350">
                <a:solidFill>
                  <a:srgbClr val="080805"/>
                </a:solidFill>
                <a:latin typeface="Times New Roman"/>
                <a:cs typeface="Times New Roman"/>
              </a:rPr>
              <a:t>part.</a:t>
            </a:r>
            <a:r>
              <a:rPr dirty="0" sz="3350" spc="-300">
                <a:solidFill>
                  <a:srgbClr val="080805"/>
                </a:solidFill>
                <a:latin typeface="Times New Roman"/>
                <a:cs typeface="Times New Roman"/>
              </a:rPr>
              <a:t> </a:t>
            </a:r>
            <a:r>
              <a:rPr dirty="0" sz="3350" spc="-55">
                <a:solidFill>
                  <a:srgbClr val="080805"/>
                </a:solidFill>
                <a:latin typeface="Times New Roman"/>
                <a:cs typeface="Times New Roman"/>
              </a:rPr>
              <a:t>Errors</a:t>
            </a:r>
            <a:r>
              <a:rPr dirty="0" sz="3350" spc="-175">
                <a:solidFill>
                  <a:srgbClr val="080805"/>
                </a:solidFill>
                <a:latin typeface="Times New Roman"/>
                <a:cs typeface="Times New Roman"/>
              </a:rPr>
              <a:t> </a:t>
            </a:r>
            <a:r>
              <a:rPr dirty="0" sz="3350">
                <a:solidFill>
                  <a:srgbClr val="080805"/>
                </a:solidFill>
                <a:latin typeface="Times New Roman"/>
                <a:cs typeface="Times New Roman"/>
              </a:rPr>
              <a:t>are</a:t>
            </a:r>
            <a:r>
              <a:rPr dirty="0" sz="3350" spc="-200">
                <a:solidFill>
                  <a:srgbClr val="080805"/>
                </a:solidFill>
                <a:latin typeface="Times New Roman"/>
                <a:cs typeface="Times New Roman"/>
              </a:rPr>
              <a:t> </a:t>
            </a:r>
            <a:r>
              <a:rPr dirty="0" sz="3350">
                <a:solidFill>
                  <a:srgbClr val="080805"/>
                </a:solidFill>
                <a:latin typeface="Times New Roman"/>
                <a:cs typeface="Times New Roman"/>
              </a:rPr>
              <a:t>part</a:t>
            </a:r>
            <a:r>
              <a:rPr dirty="0" sz="3350" spc="-190">
                <a:solidFill>
                  <a:srgbClr val="080805"/>
                </a:solidFill>
                <a:latin typeface="Times New Roman"/>
                <a:cs typeface="Times New Roman"/>
              </a:rPr>
              <a:t> </a:t>
            </a:r>
            <a:r>
              <a:rPr dirty="0" sz="3350" spc="-145">
                <a:solidFill>
                  <a:srgbClr val="080805"/>
                </a:solidFill>
                <a:latin typeface="Times New Roman"/>
                <a:cs typeface="Times New Roman"/>
              </a:rPr>
              <a:t>of</a:t>
            </a:r>
            <a:r>
              <a:rPr dirty="0" sz="3350" spc="30">
                <a:solidFill>
                  <a:srgbClr val="080805"/>
                </a:solidFill>
                <a:latin typeface="Times New Roman"/>
                <a:cs typeface="Times New Roman"/>
              </a:rPr>
              <a:t> </a:t>
            </a:r>
            <a:r>
              <a:rPr dirty="0" sz="3350" spc="50">
                <a:solidFill>
                  <a:srgbClr val="080805"/>
                </a:solidFill>
                <a:latin typeface="Times New Roman"/>
                <a:cs typeface="Times New Roman"/>
              </a:rPr>
              <a:t>the</a:t>
            </a:r>
            <a:r>
              <a:rPr dirty="0" sz="3350" spc="-210">
                <a:solidFill>
                  <a:srgbClr val="080805"/>
                </a:solidFill>
                <a:latin typeface="Times New Roman"/>
                <a:cs typeface="Times New Roman"/>
              </a:rPr>
              <a:t> </a:t>
            </a:r>
            <a:r>
              <a:rPr dirty="0" sz="3350" spc="-90">
                <a:solidFill>
                  <a:srgbClr val="080805"/>
                </a:solidFill>
                <a:latin typeface="Times New Roman"/>
                <a:cs typeface="Times New Roman"/>
              </a:rPr>
              <a:t>process</a:t>
            </a:r>
            <a:r>
              <a:rPr dirty="0" sz="3350" spc="-90">
                <a:solidFill>
                  <a:srgbClr val="1C1C16"/>
                </a:solidFill>
                <a:latin typeface="Times New Roman"/>
                <a:cs typeface="Times New Roman"/>
              </a:rPr>
              <a:t>.</a:t>
            </a:r>
            <a:r>
              <a:rPr dirty="0" sz="3350" spc="-90">
                <a:solidFill>
                  <a:srgbClr val="758283"/>
                </a:solidFill>
                <a:latin typeface="Times New Roman"/>
                <a:cs typeface="Times New Roman"/>
              </a:rPr>
              <a:t>..</a:t>
            </a:r>
            <a:r>
              <a:rPr dirty="0" sz="3350" spc="-90">
                <a:solidFill>
                  <a:srgbClr val="5B696B"/>
                </a:solidFill>
                <a:latin typeface="Times New Roman"/>
                <a:cs typeface="Times New Roman"/>
              </a:rPr>
              <a:t>.</a:t>
            </a:r>
            <a:r>
              <a:rPr dirty="0" u="heavy" sz="4650" spc="-210">
                <a:solidFill>
                  <a:srgbClr val="758283"/>
                </a:solidFill>
                <a:uFill>
                  <a:solidFill>
                    <a:srgbClr val="748182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none" sz="4650" spc="-1455">
                <a:solidFill>
                  <a:srgbClr val="758283"/>
                </a:solidFill>
                <a:latin typeface="Times New Roman"/>
                <a:cs typeface="Times New Roman"/>
              </a:rPr>
              <a:t>_j</a:t>
            </a:r>
            <a:endParaRPr sz="465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4834551" y="4589760"/>
            <a:ext cx="39370" cy="3092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50" spc="-420">
                <a:solidFill>
                  <a:srgbClr val="8C9797"/>
                </a:solidFill>
                <a:latin typeface="Times New Roman"/>
                <a:cs typeface="Times New Roman"/>
              </a:rPr>
              <a:t>.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4821166" y="8464285"/>
            <a:ext cx="38100" cy="255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500" spc="-370">
                <a:solidFill>
                  <a:srgbClr val="758283"/>
                </a:solidFill>
                <a:latin typeface="Arial"/>
                <a:cs typeface="Arial"/>
              </a:rPr>
              <a:t>.</a:t>
            </a:r>
            <a:endParaRPr sz="1500">
              <a:latin typeface="Arial"/>
              <a:cs typeface="Arial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8728152" y="9040999"/>
            <a:ext cx="76835" cy="713105"/>
          </a:xfrm>
          <a:custGeom>
            <a:avLst/>
            <a:gdLst/>
            <a:ahLst/>
            <a:cxnLst/>
            <a:rect l="l" t="t" r="r" b="b"/>
            <a:pathLst>
              <a:path w="76834" h="713104">
                <a:moveTo>
                  <a:pt x="76421" y="712600"/>
                </a:moveTo>
                <a:lnTo>
                  <a:pt x="0" y="712600"/>
                </a:lnTo>
                <a:lnTo>
                  <a:pt x="0" y="0"/>
                </a:lnTo>
                <a:lnTo>
                  <a:pt x="76421" y="0"/>
                </a:lnTo>
                <a:lnTo>
                  <a:pt x="76421" y="712600"/>
                </a:lnTo>
                <a:close/>
              </a:path>
            </a:pathLst>
          </a:custGeom>
          <a:solidFill>
            <a:srgbClr val="F4F2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8715450" y="9051528"/>
            <a:ext cx="120014" cy="7302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600" spc="-590">
                <a:solidFill>
                  <a:srgbClr val="C6C3B6"/>
                </a:solidFill>
                <a:latin typeface="Arial"/>
                <a:cs typeface="Arial"/>
              </a:rPr>
              <a:t>t</a:t>
            </a:r>
            <a:endParaRPr sz="4600">
              <a:latin typeface="Arial"/>
              <a:cs typeface="Aria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11002660" y="9117958"/>
            <a:ext cx="76835" cy="348615"/>
          </a:xfrm>
          <a:custGeom>
            <a:avLst/>
            <a:gdLst/>
            <a:ahLst/>
            <a:cxnLst/>
            <a:rect l="l" t="t" r="r" b="b"/>
            <a:pathLst>
              <a:path w="76834" h="348615">
                <a:moveTo>
                  <a:pt x="76421" y="348326"/>
                </a:moveTo>
                <a:lnTo>
                  <a:pt x="0" y="348326"/>
                </a:lnTo>
                <a:lnTo>
                  <a:pt x="0" y="0"/>
                </a:lnTo>
                <a:lnTo>
                  <a:pt x="76421" y="0"/>
                </a:lnTo>
                <a:lnTo>
                  <a:pt x="76421" y="348326"/>
                </a:lnTo>
                <a:close/>
              </a:path>
            </a:pathLst>
          </a:custGeom>
          <a:solidFill>
            <a:srgbClr val="F4F2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10989958" y="9115359"/>
            <a:ext cx="107950" cy="3321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00" spc="-520">
                <a:solidFill>
                  <a:srgbClr val="C6C3B6"/>
                </a:solidFill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65276" y="2476896"/>
            <a:ext cx="13195452" cy="431495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863682" y="3472656"/>
            <a:ext cx="534950" cy="467240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280212" y="153458"/>
            <a:ext cx="0" cy="9345295"/>
          </a:xfrm>
          <a:custGeom>
            <a:avLst/>
            <a:gdLst/>
            <a:ahLst/>
            <a:cxnLst/>
            <a:rect l="l" t="t" r="r" b="b"/>
            <a:pathLst>
              <a:path w="0" h="9345295">
                <a:moveTo>
                  <a:pt x="0" y="9344815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07581" y="281119"/>
            <a:ext cx="0" cy="9063990"/>
          </a:xfrm>
          <a:custGeom>
            <a:avLst/>
            <a:gdLst/>
            <a:ahLst/>
            <a:cxnLst/>
            <a:rect l="l" t="t" r="r" b="b"/>
            <a:pathLst>
              <a:path w="0" h="9063990">
                <a:moveTo>
                  <a:pt x="0" y="9063960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36845" y="6357803"/>
            <a:ext cx="0" cy="2707005"/>
          </a:xfrm>
          <a:custGeom>
            <a:avLst/>
            <a:gdLst/>
            <a:ahLst/>
            <a:cxnLst/>
            <a:rect l="l" t="t" r="r" b="b"/>
            <a:pathLst>
              <a:path w="0" h="2707004">
                <a:moveTo>
                  <a:pt x="0" y="2706422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350113" y="817297"/>
            <a:ext cx="0" cy="1072515"/>
          </a:xfrm>
          <a:custGeom>
            <a:avLst/>
            <a:gdLst/>
            <a:ahLst/>
            <a:cxnLst/>
            <a:rect l="l" t="t" r="r" b="b"/>
            <a:pathLst>
              <a:path w="0" h="1072514">
                <a:moveTo>
                  <a:pt x="0" y="1072355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6863680" y="664104"/>
            <a:ext cx="0" cy="2425700"/>
          </a:xfrm>
          <a:custGeom>
            <a:avLst/>
            <a:gdLst/>
            <a:ahLst/>
            <a:cxnLst/>
            <a:rect l="l" t="t" r="r" b="b"/>
            <a:pathLst>
              <a:path w="0" h="2425700">
                <a:moveTo>
                  <a:pt x="0" y="2425566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7092945" y="281119"/>
            <a:ext cx="0" cy="3192145"/>
          </a:xfrm>
          <a:custGeom>
            <a:avLst/>
            <a:gdLst/>
            <a:ahLst/>
            <a:cxnLst/>
            <a:rect l="l" t="t" r="r" b="b"/>
            <a:pathLst>
              <a:path w="0" h="3192145">
                <a:moveTo>
                  <a:pt x="0" y="3191535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0" name="object 10"/>
          <p:cNvGrpSpPr/>
          <p:nvPr/>
        </p:nvGrpSpPr>
        <p:grpSpPr>
          <a:xfrm>
            <a:off x="280212" y="153458"/>
            <a:ext cx="16965930" cy="3319779"/>
            <a:chOff x="280212" y="153458"/>
            <a:chExt cx="16965930" cy="3319779"/>
          </a:xfrm>
        </p:grpSpPr>
        <p:sp>
          <p:nvSpPr>
            <p:cNvPr id="11" name="object 11"/>
            <p:cNvSpPr/>
            <p:nvPr/>
          </p:nvSpPr>
          <p:spPr>
            <a:xfrm>
              <a:off x="280212" y="153458"/>
              <a:ext cx="16965930" cy="3319779"/>
            </a:xfrm>
            <a:custGeom>
              <a:avLst/>
              <a:gdLst/>
              <a:ahLst/>
              <a:cxnLst/>
              <a:rect l="l" t="t" r="r" b="b"/>
              <a:pathLst>
                <a:path w="16965930" h="3319779">
                  <a:moveTo>
                    <a:pt x="16940102" y="3319196"/>
                  </a:moveTo>
                  <a:lnTo>
                    <a:pt x="16940102" y="0"/>
                  </a:lnTo>
                </a:path>
                <a:path w="16965930" h="3319779">
                  <a:moveTo>
                    <a:pt x="0" y="12766"/>
                  </a:moveTo>
                  <a:lnTo>
                    <a:pt x="16965576" y="12766"/>
                  </a:lnTo>
                </a:path>
              </a:pathLst>
            </a:custGeom>
            <a:ln w="255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07581" y="293886"/>
              <a:ext cx="16711294" cy="0"/>
            </a:xfrm>
            <a:custGeom>
              <a:avLst/>
              <a:gdLst/>
              <a:ahLst/>
              <a:cxnLst/>
              <a:rect l="l" t="t" r="r" b="b"/>
              <a:pathLst>
                <a:path w="16711294" h="0">
                  <a:moveTo>
                    <a:pt x="0" y="0"/>
                  </a:moveTo>
                  <a:lnTo>
                    <a:pt x="16710838" y="0"/>
                  </a:lnTo>
                </a:path>
              </a:pathLst>
            </a:custGeom>
            <a:ln w="127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840636" y="1238580"/>
              <a:ext cx="1121410" cy="0"/>
            </a:xfrm>
            <a:custGeom>
              <a:avLst/>
              <a:gdLst/>
              <a:ahLst/>
              <a:cxnLst/>
              <a:rect l="l" t="t" r="r" b="b"/>
              <a:pathLst>
                <a:path w="1121410" h="0">
                  <a:moveTo>
                    <a:pt x="0" y="0"/>
                  </a:moveTo>
                  <a:lnTo>
                    <a:pt x="1120848" y="0"/>
                  </a:lnTo>
                </a:path>
              </a:pathLst>
            </a:custGeom>
            <a:ln w="382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/>
          <p:nvPr/>
        </p:nvSpPr>
        <p:spPr>
          <a:xfrm>
            <a:off x="407581" y="9332314"/>
            <a:ext cx="353695" cy="0"/>
          </a:xfrm>
          <a:custGeom>
            <a:avLst/>
            <a:gdLst/>
            <a:ahLst/>
            <a:cxnLst/>
            <a:rect l="l" t="t" r="r" b="b"/>
            <a:pathLst>
              <a:path w="353695" h="0">
                <a:moveTo>
                  <a:pt x="0" y="0"/>
                </a:moveTo>
                <a:lnTo>
                  <a:pt x="353290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193927" y="9332314"/>
            <a:ext cx="318770" cy="0"/>
          </a:xfrm>
          <a:custGeom>
            <a:avLst/>
            <a:gdLst/>
            <a:ahLst/>
            <a:cxnLst/>
            <a:rect l="l" t="t" r="r" b="b"/>
            <a:pathLst>
              <a:path w="318769" h="0">
                <a:moveTo>
                  <a:pt x="0" y="0"/>
                </a:moveTo>
                <a:lnTo>
                  <a:pt x="318422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098815" y="9332314"/>
            <a:ext cx="15019655" cy="0"/>
          </a:xfrm>
          <a:custGeom>
            <a:avLst/>
            <a:gdLst/>
            <a:ahLst/>
            <a:cxnLst/>
            <a:rect l="l" t="t" r="r" b="b"/>
            <a:pathLst>
              <a:path w="15019655" h="0">
                <a:moveTo>
                  <a:pt x="0" y="0"/>
                </a:moveTo>
                <a:lnTo>
                  <a:pt x="15019604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80212" y="9459976"/>
            <a:ext cx="480695" cy="0"/>
          </a:xfrm>
          <a:custGeom>
            <a:avLst/>
            <a:gdLst/>
            <a:ahLst/>
            <a:cxnLst/>
            <a:rect l="l" t="t" r="r" b="b"/>
            <a:pathLst>
              <a:path w="480695" h="0">
                <a:moveTo>
                  <a:pt x="0" y="0"/>
                </a:moveTo>
                <a:lnTo>
                  <a:pt x="480659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193927" y="9459976"/>
            <a:ext cx="318770" cy="0"/>
          </a:xfrm>
          <a:custGeom>
            <a:avLst/>
            <a:gdLst/>
            <a:ahLst/>
            <a:cxnLst/>
            <a:rect l="l" t="t" r="r" b="b"/>
            <a:pathLst>
              <a:path w="318769" h="0">
                <a:moveTo>
                  <a:pt x="0" y="0"/>
                </a:moveTo>
                <a:lnTo>
                  <a:pt x="318422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9" name="object 19"/>
          <p:cNvGrpSpPr/>
          <p:nvPr/>
        </p:nvGrpSpPr>
        <p:grpSpPr>
          <a:xfrm>
            <a:off x="1512349" y="9295096"/>
            <a:ext cx="14561819" cy="180975"/>
            <a:chOff x="1512349" y="9295096"/>
            <a:chExt cx="14561819" cy="180975"/>
          </a:xfrm>
        </p:grpSpPr>
        <p:sp>
          <p:nvSpPr>
            <p:cNvPr id="20" name="object 20"/>
            <p:cNvSpPr/>
            <p:nvPr/>
          </p:nvSpPr>
          <p:spPr>
            <a:xfrm>
              <a:off x="2098815" y="9459975"/>
              <a:ext cx="13975715" cy="0"/>
            </a:xfrm>
            <a:custGeom>
              <a:avLst/>
              <a:gdLst/>
              <a:ahLst/>
              <a:cxnLst/>
              <a:rect l="l" t="t" r="r" b="b"/>
              <a:pathLst>
                <a:path w="13975715" h="0">
                  <a:moveTo>
                    <a:pt x="0" y="0"/>
                  </a:moveTo>
                  <a:lnTo>
                    <a:pt x="13975177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512341" y="9295104"/>
              <a:ext cx="713740" cy="180975"/>
            </a:xfrm>
            <a:custGeom>
              <a:avLst/>
              <a:gdLst/>
              <a:ahLst/>
              <a:cxnLst/>
              <a:rect l="l" t="t" r="r" b="b"/>
              <a:pathLst>
                <a:path w="713739" h="180975">
                  <a:moveTo>
                    <a:pt x="586473" y="0"/>
                  </a:moveTo>
                  <a:lnTo>
                    <a:pt x="0" y="0"/>
                  </a:lnTo>
                  <a:lnTo>
                    <a:pt x="0" y="180454"/>
                  </a:lnTo>
                  <a:lnTo>
                    <a:pt x="586473" y="180454"/>
                  </a:lnTo>
                  <a:lnTo>
                    <a:pt x="586473" y="0"/>
                  </a:lnTo>
                  <a:close/>
                </a:path>
                <a:path w="713739" h="180975">
                  <a:moveTo>
                    <a:pt x="713270" y="0"/>
                  </a:moveTo>
                  <a:lnTo>
                    <a:pt x="687793" y="0"/>
                  </a:lnTo>
                  <a:lnTo>
                    <a:pt x="687793" y="180454"/>
                  </a:lnTo>
                  <a:lnTo>
                    <a:pt x="713270" y="180454"/>
                  </a:lnTo>
                  <a:lnTo>
                    <a:pt x="713270" y="0"/>
                  </a:lnTo>
                  <a:close/>
                </a:path>
              </a:pathLst>
            </a:custGeom>
            <a:solidFill>
              <a:srgbClr val="F6F4E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2164981" y="-31584"/>
            <a:ext cx="245745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-25">
                <a:solidFill>
                  <a:srgbClr val="8C99A0"/>
                </a:solidFill>
                <a:latin typeface="Arial"/>
                <a:cs typeface="Arial"/>
              </a:rPr>
              <a:t>150</a:t>
            </a:r>
            <a:endParaRPr sz="9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5103247" y="-44350"/>
            <a:ext cx="24447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5">
                <a:solidFill>
                  <a:srgbClr val="6D7E87"/>
                </a:solidFill>
                <a:latin typeface="Times New Roman"/>
                <a:cs typeface="Times New Roman"/>
              </a:rPr>
              <a:t>100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45578" y="547837"/>
            <a:ext cx="51435" cy="487680"/>
          </a:xfrm>
          <a:custGeom>
            <a:avLst/>
            <a:gdLst/>
            <a:ahLst/>
            <a:cxnLst/>
            <a:rect l="l" t="t" r="r" b="b"/>
            <a:pathLst>
              <a:path w="51435" h="487680">
                <a:moveTo>
                  <a:pt x="50947" y="487656"/>
                </a:moveTo>
                <a:lnTo>
                  <a:pt x="0" y="487656"/>
                </a:lnTo>
                <a:lnTo>
                  <a:pt x="0" y="0"/>
                </a:lnTo>
                <a:lnTo>
                  <a:pt x="50947" y="0"/>
                </a:lnTo>
                <a:lnTo>
                  <a:pt x="50947" y="487656"/>
                </a:lnTo>
                <a:close/>
              </a:path>
            </a:pathLst>
          </a:custGeom>
          <a:solidFill>
            <a:srgbClr val="F6F4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32828" y="1093177"/>
            <a:ext cx="66040" cy="606425"/>
          </a:xfrm>
          <a:custGeom>
            <a:avLst/>
            <a:gdLst/>
            <a:ahLst/>
            <a:cxnLst/>
            <a:rect l="l" t="t" r="r" b="b"/>
            <a:pathLst>
              <a:path w="66039" h="606425">
                <a:moveTo>
                  <a:pt x="65862" y="0"/>
                </a:moveTo>
                <a:lnTo>
                  <a:pt x="14909" y="0"/>
                </a:lnTo>
                <a:lnTo>
                  <a:pt x="14909" y="118503"/>
                </a:lnTo>
                <a:lnTo>
                  <a:pt x="0" y="118503"/>
                </a:lnTo>
                <a:lnTo>
                  <a:pt x="0" y="606158"/>
                </a:lnTo>
                <a:lnTo>
                  <a:pt x="63690" y="606158"/>
                </a:lnTo>
                <a:lnTo>
                  <a:pt x="63690" y="391871"/>
                </a:lnTo>
                <a:lnTo>
                  <a:pt x="65862" y="391871"/>
                </a:lnTo>
                <a:lnTo>
                  <a:pt x="65862" y="0"/>
                </a:lnTo>
                <a:close/>
              </a:path>
            </a:pathLst>
          </a:custGeom>
          <a:solidFill>
            <a:srgbClr val="F6F4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294741" y="250544"/>
            <a:ext cx="170180" cy="1225550"/>
          </a:xfrm>
          <a:prstGeom prst="rect">
            <a:avLst/>
          </a:prstGeom>
        </p:spPr>
        <p:txBody>
          <a:bodyPr wrap="square" lIns="0" tIns="18542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460"/>
              </a:spcBef>
            </a:pPr>
            <a:r>
              <a:rPr dirty="0" baseline="-19841" sz="4200" spc="-1372">
                <a:solidFill>
                  <a:srgbClr val="AFB3B1"/>
                </a:solidFill>
                <a:latin typeface="Arial"/>
                <a:cs typeface="Arial"/>
              </a:rPr>
              <a:t>-</a:t>
            </a:r>
            <a:r>
              <a:rPr dirty="0" sz="1700" spc="-50">
                <a:solidFill>
                  <a:srgbClr val="8C99A0"/>
                </a:solidFill>
                <a:latin typeface="Arial"/>
                <a:cs typeface="Arial"/>
              </a:rPr>
              <a:t>-</a:t>
            </a:r>
            <a:endParaRPr sz="17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365"/>
              </a:spcBef>
            </a:pPr>
            <a:r>
              <a:rPr dirty="0" baseline="-29761" sz="4200" spc="-1245">
                <a:solidFill>
                  <a:srgbClr val="AFB3B1"/>
                </a:solidFill>
                <a:latin typeface="Arial"/>
                <a:cs typeface="Arial"/>
              </a:rPr>
              <a:t>-</a:t>
            </a:r>
            <a:r>
              <a:rPr dirty="0" sz="2250" spc="-50">
                <a:solidFill>
                  <a:srgbClr val="AFB3B1"/>
                </a:solidFill>
                <a:latin typeface="Arial"/>
                <a:cs typeface="Arial"/>
              </a:rPr>
              <a:t>-</a:t>
            </a:r>
            <a:endParaRPr sz="225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3965190" y="395076"/>
            <a:ext cx="2802255" cy="252729"/>
          </a:xfrm>
          <a:custGeom>
            <a:avLst/>
            <a:gdLst/>
            <a:ahLst/>
            <a:cxnLst/>
            <a:rect l="l" t="t" r="r" b="b"/>
            <a:pathLst>
              <a:path w="2802255" h="252729">
                <a:moveTo>
                  <a:pt x="2802122" y="252536"/>
                </a:moveTo>
                <a:lnTo>
                  <a:pt x="0" y="252536"/>
                </a:lnTo>
                <a:lnTo>
                  <a:pt x="0" y="0"/>
                </a:lnTo>
                <a:lnTo>
                  <a:pt x="2802122" y="0"/>
                </a:lnTo>
                <a:lnTo>
                  <a:pt x="2802122" y="252536"/>
                </a:lnTo>
                <a:close/>
              </a:path>
            </a:pathLst>
          </a:custGeom>
          <a:solidFill>
            <a:srgbClr val="F6F4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13952486" y="389697"/>
            <a:ext cx="2973070" cy="247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heavy" sz="1450" spc="1485">
                <a:solidFill>
                  <a:srgbClr val="C6C8C3"/>
                </a:solidFill>
                <a:uFill>
                  <a:solidFill>
                    <a:srgbClr val="C6C8C3"/>
                  </a:solidFill>
                </a:uFill>
                <a:latin typeface="Arial"/>
                <a:cs typeface="Arial"/>
              </a:rPr>
              <a:t>1111111111</a:t>
            </a:r>
            <a:endParaRPr sz="14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185584" y="536509"/>
            <a:ext cx="11130915" cy="10826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900" b="1">
                <a:solidFill>
                  <a:srgbClr val="211F1C"/>
                </a:solidFill>
                <a:latin typeface="Arial"/>
                <a:cs typeface="Arial"/>
              </a:rPr>
              <a:t>You</a:t>
            </a:r>
            <a:r>
              <a:rPr dirty="0" sz="6900" spc="-250" b="1">
                <a:solidFill>
                  <a:srgbClr val="211F1C"/>
                </a:solidFill>
                <a:latin typeface="Arial"/>
                <a:cs typeface="Arial"/>
              </a:rPr>
              <a:t> </a:t>
            </a:r>
            <a:r>
              <a:rPr dirty="0" sz="6900" spc="185" b="1">
                <a:solidFill>
                  <a:srgbClr val="211F1C"/>
                </a:solidFill>
                <a:latin typeface="Arial"/>
                <a:cs typeface="Arial"/>
              </a:rPr>
              <a:t>Are</a:t>
            </a:r>
            <a:r>
              <a:rPr dirty="0" sz="6900" spc="-430" b="1">
                <a:solidFill>
                  <a:srgbClr val="211F1C"/>
                </a:solidFill>
                <a:latin typeface="Arial"/>
                <a:cs typeface="Arial"/>
              </a:rPr>
              <a:t> </a:t>
            </a:r>
            <a:r>
              <a:rPr dirty="0" sz="6900" spc="235" b="1">
                <a:solidFill>
                  <a:srgbClr val="211F1C"/>
                </a:solidFill>
                <a:latin typeface="Arial"/>
                <a:cs typeface="Arial"/>
              </a:rPr>
              <a:t>Now</a:t>
            </a:r>
            <a:r>
              <a:rPr dirty="0" sz="6900" spc="-175" b="1">
                <a:solidFill>
                  <a:srgbClr val="211F1C"/>
                </a:solidFill>
                <a:latin typeface="Arial"/>
                <a:cs typeface="Arial"/>
              </a:rPr>
              <a:t> </a:t>
            </a:r>
            <a:r>
              <a:rPr dirty="0" sz="6900" spc="315" b="1">
                <a:solidFill>
                  <a:srgbClr val="211F1C"/>
                </a:solidFill>
                <a:latin typeface="Arial"/>
                <a:cs typeface="Arial"/>
              </a:rPr>
              <a:t>an</a:t>
            </a:r>
            <a:r>
              <a:rPr dirty="0" sz="6900" spc="-385" b="1">
                <a:solidFill>
                  <a:srgbClr val="211F1C"/>
                </a:solidFill>
                <a:latin typeface="Arial"/>
                <a:cs typeface="Arial"/>
              </a:rPr>
              <a:t> </a:t>
            </a:r>
            <a:r>
              <a:rPr dirty="0" sz="6900" spc="180" b="1">
                <a:solidFill>
                  <a:srgbClr val="211F1C"/>
                </a:solidFill>
                <a:latin typeface="Arial"/>
                <a:cs typeface="Arial"/>
              </a:rPr>
              <a:t>Architect</a:t>
            </a:r>
            <a:endParaRPr sz="69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715275" y="1685462"/>
            <a:ext cx="14122400" cy="4851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000" spc="-110">
                <a:solidFill>
                  <a:srgbClr val="0A0A08"/>
                </a:solidFill>
                <a:latin typeface="Times New Roman"/>
                <a:cs typeface="Times New Roman"/>
              </a:rPr>
              <a:t>You</a:t>
            </a:r>
            <a:r>
              <a:rPr dirty="0" sz="3000" spc="-114">
                <a:solidFill>
                  <a:srgbClr val="0A0A08"/>
                </a:solidFill>
                <a:latin typeface="Times New Roman"/>
                <a:cs typeface="Times New Roman"/>
              </a:rPr>
              <a:t> </a:t>
            </a:r>
            <a:r>
              <a:rPr dirty="0" sz="3000" spc="130">
                <a:solidFill>
                  <a:srgbClr val="0A0A08"/>
                </a:solidFill>
                <a:latin typeface="Times New Roman"/>
                <a:cs typeface="Times New Roman"/>
              </a:rPr>
              <a:t>haven't</a:t>
            </a:r>
            <a:r>
              <a:rPr dirty="0" sz="3000" spc="155">
                <a:solidFill>
                  <a:srgbClr val="0A0A08"/>
                </a:solidFill>
                <a:latin typeface="Times New Roman"/>
                <a:cs typeface="Times New Roman"/>
              </a:rPr>
              <a:t> </a:t>
            </a:r>
            <a:r>
              <a:rPr dirty="0" sz="3000" spc="50">
                <a:solidFill>
                  <a:srgbClr val="0A0A08"/>
                </a:solidFill>
                <a:latin typeface="Times New Roman"/>
                <a:cs typeface="Times New Roman"/>
              </a:rPr>
              <a:t>just</a:t>
            </a:r>
            <a:r>
              <a:rPr dirty="0" sz="3000" spc="-140">
                <a:solidFill>
                  <a:srgbClr val="0A0A08"/>
                </a:solidFill>
                <a:latin typeface="Times New Roman"/>
                <a:cs typeface="Times New Roman"/>
              </a:rPr>
              <a:t> </a:t>
            </a:r>
            <a:r>
              <a:rPr dirty="0" sz="3000" spc="55">
                <a:solidFill>
                  <a:srgbClr val="0A0A08"/>
                </a:solidFill>
                <a:latin typeface="Times New Roman"/>
                <a:cs typeface="Times New Roman"/>
              </a:rPr>
              <a:t>installed</a:t>
            </a:r>
            <a:r>
              <a:rPr dirty="0" sz="3000" spc="20">
                <a:solidFill>
                  <a:srgbClr val="0A0A08"/>
                </a:solidFill>
                <a:latin typeface="Times New Roman"/>
                <a:cs typeface="Times New Roman"/>
              </a:rPr>
              <a:t> </a:t>
            </a:r>
            <a:r>
              <a:rPr dirty="0" sz="3000" spc="60">
                <a:solidFill>
                  <a:srgbClr val="211F1C"/>
                </a:solidFill>
                <a:latin typeface="Times New Roman"/>
                <a:cs typeface="Times New Roman"/>
              </a:rPr>
              <a:t>software.</a:t>
            </a:r>
            <a:r>
              <a:rPr dirty="0" sz="3000" spc="-200">
                <a:solidFill>
                  <a:srgbClr val="211F1C"/>
                </a:solidFill>
                <a:latin typeface="Times New Roman"/>
                <a:cs typeface="Times New Roman"/>
              </a:rPr>
              <a:t> </a:t>
            </a:r>
            <a:r>
              <a:rPr dirty="0" sz="3000" spc="-145">
                <a:solidFill>
                  <a:srgbClr val="0A0A08"/>
                </a:solidFill>
                <a:latin typeface="Times New Roman"/>
                <a:cs typeface="Times New Roman"/>
              </a:rPr>
              <a:t>You</a:t>
            </a:r>
            <a:r>
              <a:rPr dirty="0" sz="3000" spc="5">
                <a:solidFill>
                  <a:srgbClr val="0A0A08"/>
                </a:solidFill>
                <a:latin typeface="Times New Roman"/>
                <a:cs typeface="Times New Roman"/>
              </a:rPr>
              <a:t> </a:t>
            </a:r>
            <a:r>
              <a:rPr dirty="0" sz="3000" spc="50">
                <a:solidFill>
                  <a:srgbClr val="0A0A08"/>
                </a:solidFill>
                <a:latin typeface="Times New Roman"/>
                <a:cs typeface="Times New Roman"/>
              </a:rPr>
              <a:t>have</a:t>
            </a:r>
            <a:r>
              <a:rPr dirty="0" sz="3000" spc="-125">
                <a:solidFill>
                  <a:srgbClr val="0A0A08"/>
                </a:solidFill>
                <a:latin typeface="Times New Roman"/>
                <a:cs typeface="Times New Roman"/>
              </a:rPr>
              <a:t> </a:t>
            </a:r>
            <a:r>
              <a:rPr dirty="0" sz="3000" spc="50">
                <a:solidFill>
                  <a:srgbClr val="0A0A08"/>
                </a:solidFill>
                <a:latin typeface="Times New Roman"/>
                <a:cs typeface="Times New Roman"/>
              </a:rPr>
              <a:t>built</a:t>
            </a:r>
            <a:r>
              <a:rPr dirty="0" sz="3000" spc="-40">
                <a:solidFill>
                  <a:srgbClr val="0A0A08"/>
                </a:solidFill>
                <a:latin typeface="Times New Roman"/>
                <a:cs typeface="Times New Roman"/>
              </a:rPr>
              <a:t> </a:t>
            </a:r>
            <a:r>
              <a:rPr dirty="0" sz="3000" spc="50">
                <a:solidFill>
                  <a:srgbClr val="0A0A08"/>
                </a:solidFill>
                <a:latin typeface="Times New Roman"/>
                <a:cs typeface="Times New Roman"/>
              </a:rPr>
              <a:t>a</a:t>
            </a:r>
            <a:r>
              <a:rPr dirty="0" sz="3000" spc="75">
                <a:solidFill>
                  <a:srgbClr val="0A0A08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0A0A08"/>
                </a:solidFill>
                <a:latin typeface="Times New Roman"/>
                <a:cs typeface="Times New Roman"/>
              </a:rPr>
              <a:t>professional</a:t>
            </a:r>
            <a:r>
              <a:rPr dirty="0" sz="3000" spc="120">
                <a:solidFill>
                  <a:srgbClr val="0A0A08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0A0A08"/>
                </a:solidFill>
                <a:latin typeface="Times New Roman"/>
                <a:cs typeface="Times New Roman"/>
              </a:rPr>
              <a:t>analytics</a:t>
            </a:r>
            <a:r>
              <a:rPr dirty="0" sz="3000" spc="-30">
                <a:solidFill>
                  <a:srgbClr val="0A0A08"/>
                </a:solidFill>
                <a:latin typeface="Times New Roman"/>
                <a:cs typeface="Times New Roman"/>
              </a:rPr>
              <a:t> </a:t>
            </a:r>
            <a:r>
              <a:rPr dirty="0" sz="3000" spc="90">
                <a:solidFill>
                  <a:srgbClr val="0A0A08"/>
                </a:solidFill>
                <a:latin typeface="Times New Roman"/>
                <a:cs typeface="Times New Roman"/>
              </a:rPr>
              <a:t>infrastructure.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160554" y="6919582"/>
            <a:ext cx="3173095" cy="5924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700" spc="105" b="1">
                <a:solidFill>
                  <a:srgbClr val="211F1C"/>
                </a:solidFill>
                <a:latin typeface="Arial"/>
                <a:cs typeface="Arial"/>
              </a:rPr>
              <a:t>The</a:t>
            </a:r>
            <a:r>
              <a:rPr dirty="0" sz="3700" spc="-204" b="1">
                <a:solidFill>
                  <a:srgbClr val="211F1C"/>
                </a:solidFill>
                <a:latin typeface="Arial"/>
                <a:cs typeface="Arial"/>
              </a:rPr>
              <a:t> </a:t>
            </a:r>
            <a:r>
              <a:rPr dirty="0" sz="3700" spc="-10" b="1">
                <a:solidFill>
                  <a:srgbClr val="211F1C"/>
                </a:solidFill>
                <a:latin typeface="Arial"/>
                <a:cs typeface="Arial"/>
              </a:rPr>
              <a:t>Inventory</a:t>
            </a:r>
            <a:endParaRPr sz="37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419395" y="7583420"/>
            <a:ext cx="5899150" cy="9321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450850" indent="-438150">
              <a:lnSpc>
                <a:spcPts val="3560"/>
              </a:lnSpc>
              <a:spcBef>
                <a:spcPts val="114"/>
              </a:spcBef>
              <a:buFont typeface="Arial"/>
              <a:buChar char="•"/>
              <a:tabLst>
                <a:tab pos="450850" algn="l"/>
              </a:tabLst>
            </a:pPr>
            <a:r>
              <a:rPr dirty="0" sz="2950" spc="-180" b="1">
                <a:solidFill>
                  <a:srgbClr val="0A0A08"/>
                </a:solidFill>
                <a:latin typeface="Arial"/>
                <a:cs typeface="Arial"/>
              </a:rPr>
              <a:t>Repository</a:t>
            </a:r>
            <a:r>
              <a:rPr dirty="0" sz="2950" spc="-35" b="1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950" spc="-120" b="1">
                <a:solidFill>
                  <a:srgbClr val="0A0A08"/>
                </a:solidFill>
                <a:latin typeface="Arial"/>
                <a:cs typeface="Arial"/>
              </a:rPr>
              <a:t>Management</a:t>
            </a:r>
            <a:r>
              <a:rPr dirty="0" sz="2950" spc="40" b="1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3000" spc="-80">
                <a:solidFill>
                  <a:srgbClr val="0A0A08"/>
                </a:solidFill>
                <a:latin typeface="Arial"/>
                <a:cs typeface="Arial"/>
              </a:rPr>
              <a:t>(GitHub)</a:t>
            </a:r>
            <a:endParaRPr sz="3000">
              <a:latin typeface="Arial"/>
              <a:cs typeface="Arial"/>
            </a:endParaRPr>
          </a:p>
          <a:p>
            <a:pPr marL="452755" indent="-440055">
              <a:lnSpc>
                <a:spcPts val="3560"/>
              </a:lnSpc>
              <a:buFont typeface="Arial"/>
              <a:buChar char="•"/>
              <a:tabLst>
                <a:tab pos="452755" algn="l"/>
              </a:tabLst>
            </a:pPr>
            <a:r>
              <a:rPr dirty="0" sz="2950" spc="-105" b="1">
                <a:solidFill>
                  <a:srgbClr val="0A0A08"/>
                </a:solidFill>
                <a:latin typeface="Arial"/>
                <a:cs typeface="Arial"/>
              </a:rPr>
              <a:t>Isolated</a:t>
            </a:r>
            <a:r>
              <a:rPr dirty="0" sz="2950" spc="-185" b="1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950" spc="-180" b="1">
                <a:solidFill>
                  <a:srgbClr val="0A0A08"/>
                </a:solidFill>
                <a:latin typeface="Arial"/>
                <a:cs typeface="Arial"/>
              </a:rPr>
              <a:t>Environments</a:t>
            </a:r>
            <a:r>
              <a:rPr dirty="0" sz="2950" spc="75" b="1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3000" spc="-10">
                <a:solidFill>
                  <a:srgbClr val="0A0A08"/>
                </a:solidFill>
                <a:latin typeface="Arial"/>
                <a:cs typeface="Arial"/>
              </a:rPr>
              <a:t>(Venv)</a:t>
            </a:r>
            <a:endParaRPr sz="30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946913" y="7583420"/>
            <a:ext cx="6930390" cy="9321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452755" indent="-440055">
              <a:lnSpc>
                <a:spcPts val="3560"/>
              </a:lnSpc>
              <a:spcBef>
                <a:spcPts val="114"/>
              </a:spcBef>
              <a:buFont typeface="Arial"/>
              <a:buChar char="•"/>
              <a:tabLst>
                <a:tab pos="452755" algn="l"/>
              </a:tabLst>
            </a:pPr>
            <a:r>
              <a:rPr dirty="0" sz="2950" spc="-160" b="1">
                <a:solidFill>
                  <a:srgbClr val="0A0A08"/>
                </a:solidFill>
                <a:latin typeface="Arial"/>
                <a:cs typeface="Arial"/>
              </a:rPr>
              <a:t>Automated</a:t>
            </a:r>
            <a:r>
              <a:rPr dirty="0" sz="2950" spc="-25" b="1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950" spc="-160" b="1">
                <a:solidFill>
                  <a:srgbClr val="0A0A08"/>
                </a:solidFill>
                <a:latin typeface="Arial"/>
                <a:cs typeface="Arial"/>
              </a:rPr>
              <a:t>Reporting</a:t>
            </a:r>
            <a:r>
              <a:rPr dirty="0" sz="2950" spc="5" b="1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3000" spc="-10">
                <a:solidFill>
                  <a:srgbClr val="0A0A08"/>
                </a:solidFill>
                <a:latin typeface="Arial"/>
                <a:cs typeface="Arial"/>
              </a:rPr>
              <a:t>(Quarto)</a:t>
            </a:r>
            <a:endParaRPr sz="3000">
              <a:latin typeface="Arial"/>
              <a:cs typeface="Arial"/>
            </a:endParaRPr>
          </a:p>
          <a:p>
            <a:pPr marL="450850" indent="-438150">
              <a:lnSpc>
                <a:spcPts val="3560"/>
              </a:lnSpc>
              <a:buFont typeface="Arial"/>
              <a:buChar char="•"/>
              <a:tabLst>
                <a:tab pos="450850" algn="l"/>
              </a:tabLst>
            </a:pPr>
            <a:r>
              <a:rPr dirty="0" sz="2950" spc="-140" b="1">
                <a:solidFill>
                  <a:srgbClr val="0A0A08"/>
                </a:solidFill>
                <a:latin typeface="Arial"/>
                <a:cs typeface="Arial"/>
              </a:rPr>
              <a:t>Programmatic</a:t>
            </a:r>
            <a:r>
              <a:rPr dirty="0" sz="2950" spc="65" b="1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950" spc="-130" b="1">
                <a:solidFill>
                  <a:srgbClr val="0A0A08"/>
                </a:solidFill>
                <a:latin typeface="Arial"/>
                <a:cs typeface="Arial"/>
              </a:rPr>
              <a:t>Visualization</a:t>
            </a:r>
            <a:r>
              <a:rPr dirty="0" sz="2950" spc="-55" b="1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3000" spc="-10">
                <a:solidFill>
                  <a:srgbClr val="0A0A08"/>
                </a:solidFill>
                <a:latin typeface="Arial"/>
                <a:cs typeface="Arial"/>
              </a:rPr>
              <a:t>(Matplotlib)</a:t>
            </a:r>
            <a:endParaRPr sz="30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083645" y="8681310"/>
            <a:ext cx="11337925" cy="4851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000" spc="95">
                <a:solidFill>
                  <a:srgbClr val="0A0A08"/>
                </a:solidFill>
                <a:latin typeface="Times New Roman"/>
                <a:cs typeface="Times New Roman"/>
              </a:rPr>
              <a:t>Trust</a:t>
            </a:r>
            <a:r>
              <a:rPr dirty="0" sz="3000" spc="-35">
                <a:solidFill>
                  <a:srgbClr val="0A0A08"/>
                </a:solidFill>
                <a:latin typeface="Times New Roman"/>
                <a:cs typeface="Times New Roman"/>
              </a:rPr>
              <a:t> </a:t>
            </a:r>
            <a:r>
              <a:rPr dirty="0" sz="3000" spc="90">
                <a:solidFill>
                  <a:srgbClr val="0A0A08"/>
                </a:solidFill>
                <a:latin typeface="Times New Roman"/>
                <a:cs typeface="Times New Roman"/>
              </a:rPr>
              <a:t>the</a:t>
            </a:r>
            <a:r>
              <a:rPr dirty="0" sz="3000" spc="35">
                <a:solidFill>
                  <a:srgbClr val="0A0A08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0A0A08"/>
                </a:solidFill>
                <a:latin typeface="Times New Roman"/>
                <a:cs typeface="Times New Roman"/>
              </a:rPr>
              <a:t>process.</a:t>
            </a:r>
            <a:r>
              <a:rPr dirty="0" sz="3000" spc="-225">
                <a:solidFill>
                  <a:srgbClr val="0A0A08"/>
                </a:solidFill>
                <a:latin typeface="Times New Roman"/>
                <a:cs typeface="Times New Roman"/>
              </a:rPr>
              <a:t> </a:t>
            </a:r>
            <a:r>
              <a:rPr dirty="0" sz="3000" spc="70">
                <a:solidFill>
                  <a:srgbClr val="0A0A08"/>
                </a:solidFill>
                <a:latin typeface="Times New Roman"/>
                <a:cs typeface="Times New Roman"/>
              </a:rPr>
              <a:t>The</a:t>
            </a:r>
            <a:r>
              <a:rPr dirty="0" sz="3000" spc="-175">
                <a:solidFill>
                  <a:srgbClr val="0A0A08"/>
                </a:solidFill>
                <a:latin typeface="Times New Roman"/>
                <a:cs typeface="Times New Roman"/>
              </a:rPr>
              <a:t> </a:t>
            </a:r>
            <a:r>
              <a:rPr dirty="0" sz="3000" spc="110">
                <a:solidFill>
                  <a:srgbClr val="0A0A08"/>
                </a:solidFill>
                <a:latin typeface="Times New Roman"/>
                <a:cs typeface="Times New Roman"/>
              </a:rPr>
              <a:t>infrastructure</a:t>
            </a:r>
            <a:r>
              <a:rPr dirty="0" sz="3000" spc="-340">
                <a:solidFill>
                  <a:srgbClr val="0A0A08"/>
                </a:solidFill>
                <a:latin typeface="Times New Roman"/>
                <a:cs typeface="Times New Roman"/>
              </a:rPr>
              <a:t> </a:t>
            </a:r>
            <a:r>
              <a:rPr dirty="0" sz="3000" spc="85">
                <a:solidFill>
                  <a:srgbClr val="0A0A08"/>
                </a:solidFill>
                <a:latin typeface="Times New Roman"/>
                <a:cs typeface="Times New Roman"/>
              </a:rPr>
              <a:t>is</a:t>
            </a:r>
            <a:r>
              <a:rPr dirty="0" sz="3000" spc="-155">
                <a:solidFill>
                  <a:srgbClr val="0A0A08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0A0A08"/>
                </a:solidFill>
                <a:latin typeface="Times New Roman"/>
                <a:cs typeface="Times New Roman"/>
              </a:rPr>
              <a:t>built.</a:t>
            </a:r>
            <a:r>
              <a:rPr dirty="0" sz="3000" spc="-35">
                <a:solidFill>
                  <a:srgbClr val="0A0A08"/>
                </a:solidFill>
                <a:latin typeface="Times New Roman"/>
                <a:cs typeface="Times New Roman"/>
              </a:rPr>
              <a:t> </a:t>
            </a:r>
            <a:r>
              <a:rPr dirty="0" sz="3000" spc="-100">
                <a:solidFill>
                  <a:srgbClr val="211F1C"/>
                </a:solidFill>
                <a:latin typeface="Times New Roman"/>
                <a:cs typeface="Times New Roman"/>
              </a:rPr>
              <a:t>Now,</a:t>
            </a:r>
            <a:r>
              <a:rPr dirty="0" sz="3000" spc="-85">
                <a:solidFill>
                  <a:srgbClr val="211F1C"/>
                </a:solidFill>
                <a:latin typeface="Times New Roman"/>
                <a:cs typeface="Times New Roman"/>
              </a:rPr>
              <a:t> </a:t>
            </a:r>
            <a:r>
              <a:rPr dirty="0" sz="3000" spc="75">
                <a:solidFill>
                  <a:srgbClr val="211F1C"/>
                </a:solidFill>
                <a:latin typeface="Times New Roman"/>
                <a:cs typeface="Times New Roman"/>
              </a:rPr>
              <a:t>go</a:t>
            </a:r>
            <a:r>
              <a:rPr dirty="0" sz="3000" spc="-240">
                <a:solidFill>
                  <a:srgbClr val="211F1C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0A0A08"/>
                </a:solidFill>
                <a:latin typeface="Times New Roman"/>
                <a:cs typeface="Times New Roman"/>
              </a:rPr>
              <a:t>build</a:t>
            </a:r>
            <a:r>
              <a:rPr dirty="0" sz="3000" spc="130">
                <a:solidFill>
                  <a:srgbClr val="0A0A08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0A0A08"/>
                </a:solidFill>
                <a:latin typeface="Times New Roman"/>
                <a:cs typeface="Times New Roman"/>
              </a:rPr>
              <a:t>the</a:t>
            </a:r>
            <a:r>
              <a:rPr dirty="0" sz="3000" spc="150">
                <a:solidFill>
                  <a:srgbClr val="0A0A08"/>
                </a:solidFill>
                <a:latin typeface="Times New Roman"/>
                <a:cs typeface="Times New Roman"/>
              </a:rPr>
              <a:t> </a:t>
            </a:r>
            <a:r>
              <a:rPr dirty="0" sz="3000" spc="-10">
                <a:solidFill>
                  <a:srgbClr val="0A0A08"/>
                </a:solidFill>
                <a:latin typeface="Times New Roman"/>
                <a:cs typeface="Times New Roman"/>
              </a:rPr>
              <a:t>analysis.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60871" y="9295096"/>
            <a:ext cx="433070" cy="180975"/>
          </a:xfrm>
          <a:custGeom>
            <a:avLst/>
            <a:gdLst/>
            <a:ahLst/>
            <a:cxnLst/>
            <a:rect l="l" t="t" r="r" b="b"/>
            <a:pathLst>
              <a:path w="433069" h="180975">
                <a:moveTo>
                  <a:pt x="433055" y="180449"/>
                </a:moveTo>
                <a:lnTo>
                  <a:pt x="0" y="180449"/>
                </a:lnTo>
                <a:lnTo>
                  <a:pt x="0" y="0"/>
                </a:lnTo>
                <a:lnTo>
                  <a:pt x="433055" y="0"/>
                </a:lnTo>
                <a:lnTo>
                  <a:pt x="433055" y="180449"/>
                </a:lnTo>
                <a:close/>
              </a:path>
            </a:pathLst>
          </a:custGeom>
          <a:solidFill>
            <a:srgbClr val="F6F4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748171" y="9287702"/>
            <a:ext cx="46482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AFB3B1"/>
                </a:solidFill>
                <a:latin typeface="Times New Roman"/>
                <a:cs typeface="Times New Roman"/>
              </a:rPr>
              <a:t>II</a:t>
            </a:r>
            <a:r>
              <a:rPr dirty="0" sz="1050" spc="305">
                <a:solidFill>
                  <a:srgbClr val="AFB3B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AFB3B1"/>
                </a:solidFill>
                <a:latin typeface="Times New Roman"/>
                <a:cs typeface="Times New Roman"/>
              </a:rPr>
              <a:t>I</a:t>
            </a:r>
            <a:r>
              <a:rPr dirty="0" sz="1050" spc="300">
                <a:solidFill>
                  <a:srgbClr val="AFB3B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C6C8C3"/>
                </a:solidFill>
                <a:latin typeface="Times New Roman"/>
                <a:cs typeface="Times New Roman"/>
              </a:rPr>
              <a:t>I</a:t>
            </a:r>
            <a:r>
              <a:rPr dirty="0" sz="1050" spc="305">
                <a:solidFill>
                  <a:srgbClr val="C6C8C3"/>
                </a:solidFill>
                <a:latin typeface="Times New Roman"/>
                <a:cs typeface="Times New Roman"/>
              </a:rPr>
              <a:t> </a:t>
            </a:r>
            <a:r>
              <a:rPr dirty="0" sz="1050" spc="-50">
                <a:solidFill>
                  <a:srgbClr val="C6C8C3"/>
                </a:solidFill>
                <a:latin typeface="Times New Roman"/>
                <a:cs typeface="Times New Roman"/>
              </a:rPr>
              <a:t>I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407926" y="9341545"/>
            <a:ext cx="26034" cy="120650"/>
          </a:xfrm>
          <a:custGeom>
            <a:avLst/>
            <a:gdLst/>
            <a:ahLst/>
            <a:cxnLst/>
            <a:rect l="l" t="t" r="r" b="b"/>
            <a:pathLst>
              <a:path w="26034" h="120650">
                <a:moveTo>
                  <a:pt x="25473" y="120299"/>
                </a:moveTo>
                <a:lnTo>
                  <a:pt x="0" y="120299"/>
                </a:lnTo>
                <a:lnTo>
                  <a:pt x="0" y="0"/>
                </a:lnTo>
                <a:lnTo>
                  <a:pt x="25473" y="0"/>
                </a:lnTo>
                <a:lnTo>
                  <a:pt x="25473" y="120299"/>
                </a:lnTo>
                <a:close/>
              </a:path>
            </a:pathLst>
          </a:custGeom>
          <a:solidFill>
            <a:srgbClr val="F6F4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1395225" y="9287702"/>
            <a:ext cx="86233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00">
                <a:solidFill>
                  <a:srgbClr val="C6C8C3"/>
                </a:solidFill>
                <a:latin typeface="Times New Roman"/>
                <a:cs typeface="Times New Roman"/>
              </a:rPr>
              <a:t>j</a:t>
            </a:r>
            <a:r>
              <a:rPr dirty="0" sz="700" spc="385">
                <a:solidFill>
                  <a:srgbClr val="C6C8C3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AFB3B1"/>
                </a:solidFill>
                <a:latin typeface="Times New Roman"/>
                <a:cs typeface="Times New Roman"/>
              </a:rPr>
              <a:t>IHI</a:t>
            </a:r>
            <a:r>
              <a:rPr dirty="0" sz="1050" spc="340">
                <a:solidFill>
                  <a:srgbClr val="AFB3B1"/>
                </a:solidFill>
                <a:latin typeface="Times New Roman"/>
                <a:cs typeface="Times New Roman"/>
              </a:rPr>
              <a:t> </a:t>
            </a:r>
            <a:r>
              <a:rPr dirty="0" sz="1050" spc="-40">
                <a:solidFill>
                  <a:srgbClr val="AFB3B1"/>
                </a:solidFill>
                <a:latin typeface="Times New Roman"/>
                <a:cs typeface="Times New Roman"/>
              </a:rPr>
              <a:t>111111</a:t>
            </a:r>
            <a:r>
              <a:rPr dirty="0" sz="1050" spc="210">
                <a:solidFill>
                  <a:srgbClr val="AFB3B1"/>
                </a:solidFill>
                <a:latin typeface="Times New Roman"/>
                <a:cs typeface="Times New Roman"/>
              </a:rPr>
              <a:t> </a:t>
            </a:r>
            <a:r>
              <a:rPr dirty="0" sz="1050" spc="-50">
                <a:solidFill>
                  <a:srgbClr val="AFB3B1"/>
                </a:solidFill>
                <a:latin typeface="Times New Roman"/>
                <a:cs typeface="Times New Roman"/>
              </a:rPr>
              <a:t>I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149800" y="9491960"/>
            <a:ext cx="224154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5">
                <a:solidFill>
                  <a:srgbClr val="6D7E87"/>
                </a:solidFill>
                <a:latin typeface="Times New Roman"/>
                <a:cs typeface="Times New Roman"/>
              </a:rPr>
              <a:t>120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5151620" y="9498343"/>
            <a:ext cx="16573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-25">
                <a:solidFill>
                  <a:srgbClr val="6D7E87"/>
                </a:solidFill>
                <a:latin typeface="Arial"/>
                <a:cs typeface="Arial"/>
              </a:rPr>
              <a:t>50</a:t>
            </a:r>
            <a:endParaRPr sz="10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6158729" y="9396214"/>
            <a:ext cx="125158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80">
                <a:solidFill>
                  <a:srgbClr val="2F2F2F"/>
                </a:solidFill>
                <a:latin typeface="Times New Roman"/>
                <a:cs typeface="Times New Roman"/>
              </a:rPr>
              <a:t>Isl\</a:t>
            </a:r>
            <a:r>
              <a:rPr dirty="0" sz="1400" spc="-5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dirty="0" sz="1350" spc="-10">
                <a:solidFill>
                  <a:srgbClr val="0A0A08"/>
                </a:solidFill>
                <a:latin typeface="Arial"/>
                <a:cs typeface="Arial"/>
              </a:rPr>
              <a:t>N</a:t>
            </a:r>
            <a:r>
              <a:rPr dirty="0" sz="1350" spc="-10">
                <a:solidFill>
                  <a:srgbClr val="2F2F2F"/>
                </a:solidFill>
                <a:latin typeface="Arial"/>
                <a:cs typeface="Arial"/>
              </a:rPr>
              <a:t>otebookLM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2026-02-09T20:13:14Z</dcterms:created>
  <dcterms:modified xsi:type="dcterms:W3CDTF">2026-02-09T20:13:14Z</dcterms:modified>
</cp:coreProperties>
</file>